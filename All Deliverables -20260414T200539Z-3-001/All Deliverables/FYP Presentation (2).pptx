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6858000" cx="12192000"/>
  <p:notesSz cx="6858000" cy="9144000"/>
  <p:embeddedFontLst>
    <p:embeddedFont>
      <p:font typeface="Century Gothic"/>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7" roundtripDataSignature="AMtx7mgFY79thtB/XBLD70ElJEb6QKGN6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0900702-CE08-4CCC-B637-D7F60B6A6BE2}">
  <a:tblStyle styleId="{F0900702-CE08-4CCC-B637-D7F60B6A6BE2}" styleName="Table_0">
    <a:wholeTbl>
      <a:tcTxStyle b="off" i="off">
        <a:font>
          <a:latin typeface="Century Gothic"/>
          <a:ea typeface="Century Gothic"/>
          <a:cs typeface="Century Gothic"/>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F2E6EA"/>
          </a:solidFill>
        </a:fill>
      </a:tcStyle>
    </a:wholeTbl>
    <a:band1H>
      <a:tcTxStyle/>
      <a:tcStyle>
        <a:fill>
          <a:solidFill>
            <a:srgbClr val="E4CAD2"/>
          </a:solidFill>
        </a:fill>
      </a:tcStyle>
    </a:band1H>
    <a:band2H>
      <a:tcTxStyle/>
    </a:band2H>
    <a:band1V>
      <a:tcTxStyle/>
      <a:tcStyle>
        <a:fill>
          <a:solidFill>
            <a:srgbClr val="E4CAD2"/>
          </a:solidFill>
        </a:fill>
      </a:tcStyle>
    </a:band1V>
    <a:band2V>
      <a:tcTxStyle/>
    </a:band2V>
    <a:lastCol>
      <a:tcTxStyle b="on" i="off">
        <a:font>
          <a:latin typeface="Century Gothic"/>
          <a:ea typeface="Century Gothic"/>
          <a:cs typeface="Century Gothic"/>
        </a:font>
        <a:schemeClr val="lt1"/>
      </a:tcTxStyle>
      <a:tcStyle>
        <a:fill>
          <a:solidFill>
            <a:schemeClr val="accent1"/>
          </a:solidFill>
        </a:fill>
      </a:tcStyle>
    </a:lastCol>
    <a:firstCol>
      <a:tcTxStyle b="on" i="off">
        <a:font>
          <a:latin typeface="Century Gothic"/>
          <a:ea typeface="Century Gothic"/>
          <a:cs typeface="Century Gothic"/>
        </a:font>
        <a:schemeClr val="lt1"/>
      </a:tcTxStyle>
      <a:tcStyle>
        <a:fill>
          <a:solidFill>
            <a:schemeClr val="accent1"/>
          </a:solidFill>
        </a:fill>
      </a:tcStyle>
    </a:firstCol>
    <a:lastRow>
      <a:tcTxStyle b="on" i="off">
        <a:font>
          <a:latin typeface="Century Gothic"/>
          <a:ea typeface="Century Gothic"/>
          <a:cs typeface="Century Gothic"/>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entury Gothic"/>
          <a:ea typeface="Century Gothic"/>
          <a:cs typeface="Century Gothic"/>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CenturyGothic-bold.fntdata"/><Relationship Id="rId23" Type="http://schemas.openxmlformats.org/officeDocument/2006/relationships/font" Target="fonts/CenturyGothic-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CenturyGothic-boldItalic.fntdata"/><Relationship Id="rId25" Type="http://schemas.openxmlformats.org/officeDocument/2006/relationships/font" Target="fonts/CenturyGothic-italic.fntdata"/><Relationship Id="rId27"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2" name="Shape 22"/>
        <p:cNvGrpSpPr/>
        <p:nvPr/>
      </p:nvGrpSpPr>
      <p:grpSpPr>
        <a:xfrm>
          <a:off x="0" y="0"/>
          <a:ext cx="0" cy="0"/>
          <a:chOff x="0" y="0"/>
          <a:chExt cx="0" cy="0"/>
        </a:xfrm>
      </p:grpSpPr>
      <p:grpSp>
        <p:nvGrpSpPr>
          <p:cNvPr id="23" name="Google Shape;23;p19"/>
          <p:cNvGrpSpPr/>
          <p:nvPr/>
        </p:nvGrpSpPr>
        <p:grpSpPr>
          <a:xfrm>
            <a:off x="0" y="0"/>
            <a:ext cx="12192000" cy="6858000"/>
            <a:chOff x="0" y="0"/>
            <a:chExt cx="12192000" cy="6858000"/>
          </a:xfrm>
        </p:grpSpPr>
        <p:sp>
          <p:nvSpPr>
            <p:cNvPr id="24" name="Google Shape;24;p19"/>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19"/>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26" name="Google Shape;26;p19"/>
          <p:cNvSpPr txBox="1"/>
          <p:nvPr>
            <p:ph type="ctrTitle"/>
          </p:nvPr>
        </p:nvSpPr>
        <p:spPr>
          <a:xfrm>
            <a:off x="1154955" y="2099733"/>
            <a:ext cx="8825658" cy="267764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5400"/>
              <a:buFont typeface="Century Gothic"/>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9"/>
          <p:cNvSpPr txBox="1"/>
          <p:nvPr>
            <p:ph idx="1" type="subTitle"/>
          </p:nvPr>
        </p:nvSpPr>
        <p:spPr>
          <a:xfrm>
            <a:off x="1154955" y="4777380"/>
            <a:ext cx="8825658" cy="861420"/>
          </a:xfrm>
          <a:prstGeom prst="rect">
            <a:avLst/>
          </a:prstGeom>
          <a:noFill/>
          <a:ln>
            <a:noFill/>
          </a:ln>
        </p:spPr>
        <p:txBody>
          <a:bodyPr anchorCtr="0" anchor="t" bIns="45700" lIns="91425" spcFirstLastPara="1" rIns="91425" wrap="square" tIns="45700">
            <a:normAutofit/>
          </a:bodyPr>
          <a:lstStyle>
            <a:lvl1pPr lvl="0" algn="l">
              <a:spcBef>
                <a:spcPts val="1000"/>
              </a:spcBef>
              <a:spcAft>
                <a:spcPts val="0"/>
              </a:spcAft>
              <a:buSzPts val="1440"/>
              <a:buNone/>
              <a:defRPr cap="none">
                <a:solidFill>
                  <a:srgbClr val="EE52A4"/>
                </a:solidFill>
              </a:defRPr>
            </a:lvl1pPr>
            <a:lvl2pPr lvl="1" algn="ctr">
              <a:spcBef>
                <a:spcPts val="1000"/>
              </a:spcBef>
              <a:spcAft>
                <a:spcPts val="0"/>
              </a:spcAft>
              <a:buSzPts val="1280"/>
              <a:buNone/>
              <a:defRPr>
                <a:solidFill>
                  <a:srgbClr val="888888"/>
                </a:solidFill>
              </a:defRPr>
            </a:lvl2pPr>
            <a:lvl3pPr lvl="2" algn="ctr">
              <a:spcBef>
                <a:spcPts val="1000"/>
              </a:spcBef>
              <a:spcAft>
                <a:spcPts val="0"/>
              </a:spcAft>
              <a:buSzPts val="1120"/>
              <a:buNone/>
              <a:defRPr>
                <a:solidFill>
                  <a:srgbClr val="888888"/>
                </a:solidFill>
              </a:defRPr>
            </a:lvl3pPr>
            <a:lvl4pPr lvl="3" algn="ctr">
              <a:spcBef>
                <a:spcPts val="1000"/>
              </a:spcBef>
              <a:spcAft>
                <a:spcPts val="0"/>
              </a:spcAft>
              <a:buSzPts val="960"/>
              <a:buNone/>
              <a:defRPr>
                <a:solidFill>
                  <a:srgbClr val="888888"/>
                </a:solidFill>
              </a:defRPr>
            </a:lvl4pPr>
            <a:lvl5pPr lvl="4" algn="ctr">
              <a:spcBef>
                <a:spcPts val="1000"/>
              </a:spcBef>
              <a:spcAft>
                <a:spcPts val="0"/>
              </a:spcAft>
              <a:buSzPts val="96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p:txBody>
      </p:sp>
      <p:sp>
        <p:nvSpPr>
          <p:cNvPr id="28" name="Google Shape;28;p19"/>
          <p:cNvSpPr txBox="1"/>
          <p:nvPr>
            <p:ph idx="10" type="dt"/>
          </p:nvPr>
        </p:nvSpPr>
        <p:spPr>
          <a:xfrm rot="5400000">
            <a:off x="10158984" y="1792224"/>
            <a:ext cx="990599" cy="304799"/>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0" i="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9"/>
          <p:cNvSpPr txBox="1"/>
          <p:nvPr>
            <p:ph idx="11" type="ftr"/>
          </p:nvPr>
        </p:nvSpPr>
        <p:spPr>
          <a:xfrm rot="5400000">
            <a:off x="8951976" y="3227832"/>
            <a:ext cx="3859795" cy="3048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b="0" i="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9"/>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19"/>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2" name="Shape 32"/>
        <p:cNvGrpSpPr/>
        <p:nvPr/>
      </p:nvGrpSpPr>
      <p:grpSpPr>
        <a:xfrm>
          <a:off x="0" y="0"/>
          <a:ext cx="0" cy="0"/>
          <a:chOff x="0" y="0"/>
          <a:chExt cx="0" cy="0"/>
        </a:xfrm>
      </p:grpSpPr>
      <p:sp>
        <p:nvSpPr>
          <p:cNvPr id="33" name="Google Shape;33;p20"/>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0"/>
          <p:cNvSpPr txBox="1"/>
          <p:nvPr>
            <p:ph idx="1" type="body"/>
          </p:nvPr>
        </p:nvSpPr>
        <p:spPr>
          <a:xfrm>
            <a:off x="1154954" y="2603500"/>
            <a:ext cx="8825659" cy="3416300"/>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35" name="Google Shape;35;p20"/>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20"/>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20"/>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spTree>
      <p:nvGrpSpPr>
        <p:cNvPr id="38" name="Shape 38"/>
        <p:cNvGrpSpPr/>
        <p:nvPr/>
      </p:nvGrpSpPr>
      <p:grpSpPr>
        <a:xfrm>
          <a:off x="0" y="0"/>
          <a:ext cx="0" cy="0"/>
          <a:chOff x="0" y="0"/>
          <a:chExt cx="0" cy="0"/>
        </a:xfrm>
      </p:grpSpPr>
      <p:grpSp>
        <p:nvGrpSpPr>
          <p:cNvPr id="39" name="Google Shape;39;p21"/>
          <p:cNvGrpSpPr/>
          <p:nvPr/>
        </p:nvGrpSpPr>
        <p:grpSpPr>
          <a:xfrm>
            <a:off x="0" y="0"/>
            <a:ext cx="12192000" cy="6858000"/>
            <a:chOff x="0" y="0"/>
            <a:chExt cx="12192000" cy="6858000"/>
          </a:xfrm>
        </p:grpSpPr>
        <p:sp>
          <p:nvSpPr>
            <p:cNvPr id="40" name="Google Shape;40;p21"/>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1"/>
            <p:cNvSpPr/>
            <p:nvPr/>
          </p:nvSpPr>
          <p:spPr>
            <a:xfrm>
              <a:off x="0"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1"/>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1"/>
            <p:cNvSpPr/>
            <p:nvPr/>
          </p:nvSpPr>
          <p:spPr>
            <a:xfrm>
              <a:off x="8609012" y="5867400"/>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1"/>
            <p:cNvSpPr/>
            <p:nvPr/>
          </p:nvSpPr>
          <p:spPr>
            <a:xfrm>
              <a:off x="860901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1"/>
            <p:cNvSpPr/>
            <p:nvPr/>
          </p:nvSpPr>
          <p:spPr>
            <a:xfrm>
              <a:off x="7999412" y="8464"/>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1"/>
            <p:cNvSpPr/>
            <p:nvPr/>
          </p:nvSpPr>
          <p:spPr>
            <a:xfrm>
              <a:off x="7289800" y="402165"/>
              <a:ext cx="4478865" cy="60536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1"/>
            <p:cNvSpPr/>
            <p:nvPr/>
          </p:nvSpPr>
          <p:spPr>
            <a:xfrm rot="-5400000">
              <a:off x="3787244" y="2801721"/>
              <a:ext cx="6053670" cy="1254558"/>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48" name="Google Shape;48;p21"/>
            <p:cNvSpPr/>
            <p:nvPr/>
          </p:nvSpPr>
          <p:spPr>
            <a:xfrm rot="-5677511">
              <a:off x="4698352" y="1826078"/>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1"/>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50" name="Google Shape;50;p21"/>
          <p:cNvSpPr txBox="1"/>
          <p:nvPr>
            <p:ph type="title"/>
          </p:nvPr>
        </p:nvSpPr>
        <p:spPr>
          <a:xfrm>
            <a:off x="1154954" y="2677645"/>
            <a:ext cx="4351025" cy="228382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4000"/>
              <a:buFont typeface="Century Gothic"/>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21"/>
          <p:cNvSpPr txBox="1"/>
          <p:nvPr>
            <p:ph idx="1" type="body"/>
          </p:nvPr>
        </p:nvSpPr>
        <p:spPr>
          <a:xfrm>
            <a:off x="6895559" y="2677644"/>
            <a:ext cx="3757545" cy="2283824"/>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600"/>
              <a:buNone/>
              <a:defRPr sz="2000" cap="none">
                <a:solidFill>
                  <a:srgbClr val="EE52A4"/>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52" name="Google Shape;52;p21"/>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1"/>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1"/>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21"/>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6" name="Shape 56"/>
        <p:cNvGrpSpPr/>
        <p:nvPr/>
      </p:nvGrpSpPr>
      <p:grpSpPr>
        <a:xfrm>
          <a:off x="0" y="0"/>
          <a:ext cx="0" cy="0"/>
          <a:chOff x="0" y="0"/>
          <a:chExt cx="0" cy="0"/>
        </a:xfrm>
      </p:grpSpPr>
      <p:sp>
        <p:nvSpPr>
          <p:cNvPr id="57" name="Google Shape;57;p22"/>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22"/>
          <p:cNvSpPr txBox="1"/>
          <p:nvPr>
            <p:ph idx="1" type="body"/>
          </p:nvPr>
        </p:nvSpPr>
        <p:spPr>
          <a:xfrm>
            <a:off x="1154954" y="2603500"/>
            <a:ext cx="4825158" cy="3416301"/>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59" name="Google Shape;59;p22"/>
          <p:cNvSpPr txBox="1"/>
          <p:nvPr>
            <p:ph idx="2" type="body"/>
          </p:nvPr>
        </p:nvSpPr>
        <p:spPr>
          <a:xfrm>
            <a:off x="6208712" y="2603500"/>
            <a:ext cx="4825159" cy="3416300"/>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0" name="Google Shape;60;p22"/>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22"/>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22"/>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3" name="Shape 63"/>
        <p:cNvGrpSpPr/>
        <p:nvPr/>
      </p:nvGrpSpPr>
      <p:grpSpPr>
        <a:xfrm>
          <a:off x="0" y="0"/>
          <a:ext cx="0" cy="0"/>
          <a:chOff x="0" y="0"/>
          <a:chExt cx="0" cy="0"/>
        </a:xfrm>
      </p:grpSpPr>
      <p:sp>
        <p:nvSpPr>
          <p:cNvPr id="64" name="Google Shape;64;p23"/>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3600"/>
              <a:buFont typeface="Century Gothic"/>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23"/>
          <p:cNvSpPr txBox="1"/>
          <p:nvPr>
            <p:ph idx="1" type="body"/>
          </p:nvPr>
        </p:nvSpPr>
        <p:spPr>
          <a:xfrm>
            <a:off x="1154954" y="2603500"/>
            <a:ext cx="4825157"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chemeClr val="accent1"/>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66" name="Google Shape;66;p23"/>
          <p:cNvSpPr txBox="1"/>
          <p:nvPr>
            <p:ph idx="2" type="body"/>
          </p:nvPr>
        </p:nvSpPr>
        <p:spPr>
          <a:xfrm>
            <a:off x="1154954" y="3179762"/>
            <a:ext cx="4825158" cy="2840039"/>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7" name="Google Shape;67;p23"/>
          <p:cNvSpPr txBox="1"/>
          <p:nvPr>
            <p:ph idx="3" type="body"/>
          </p:nvPr>
        </p:nvSpPr>
        <p:spPr>
          <a:xfrm>
            <a:off x="6208712" y="2603500"/>
            <a:ext cx="4825159"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chemeClr val="accent1"/>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68" name="Google Shape;68;p23"/>
          <p:cNvSpPr txBox="1"/>
          <p:nvPr>
            <p:ph idx="4" type="body"/>
          </p:nvPr>
        </p:nvSpPr>
        <p:spPr>
          <a:xfrm>
            <a:off x="6208712" y="3179762"/>
            <a:ext cx="4825159" cy="2840039"/>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sz="1800"/>
            </a:lvl1pPr>
            <a:lvl2pPr indent="-309880" lvl="1" marL="914400" algn="l">
              <a:spcBef>
                <a:spcPts val="1000"/>
              </a:spcBef>
              <a:spcAft>
                <a:spcPts val="0"/>
              </a:spcAft>
              <a:buSzPts val="1280"/>
              <a:buChar char="►"/>
              <a:defRPr sz="1600"/>
            </a:lvl2pPr>
            <a:lvl3pPr indent="-299719" lvl="2" marL="1371600" algn="l">
              <a:spcBef>
                <a:spcPts val="1000"/>
              </a:spcBef>
              <a:spcAft>
                <a:spcPts val="0"/>
              </a:spcAft>
              <a:buSzPts val="1120"/>
              <a:buChar char="►"/>
              <a:defRPr sz="1400"/>
            </a:lvl3pPr>
            <a:lvl4pPr indent="-289560" lvl="3" marL="1828800" algn="l">
              <a:spcBef>
                <a:spcPts val="1000"/>
              </a:spcBef>
              <a:spcAft>
                <a:spcPts val="0"/>
              </a:spcAft>
              <a:buSzPts val="960"/>
              <a:buChar char="►"/>
              <a:defRPr sz="1200"/>
            </a:lvl4pPr>
            <a:lvl5pPr indent="-289560" lvl="4" marL="2286000" algn="l">
              <a:spcBef>
                <a:spcPts val="1000"/>
              </a:spcBef>
              <a:spcAft>
                <a:spcPts val="0"/>
              </a:spcAft>
              <a:buSzPts val="960"/>
              <a:buChar char="►"/>
              <a:defRPr sz="1200"/>
            </a:lvl5pPr>
            <a:lvl6pPr indent="-289560" lvl="5" marL="2743200" algn="l">
              <a:spcBef>
                <a:spcPts val="1000"/>
              </a:spcBef>
              <a:spcAft>
                <a:spcPts val="0"/>
              </a:spcAft>
              <a:buSzPts val="960"/>
              <a:buChar char="►"/>
              <a:defRPr sz="1200"/>
            </a:lvl6pPr>
            <a:lvl7pPr indent="-289560" lvl="6" marL="3200400" algn="l">
              <a:spcBef>
                <a:spcPts val="1000"/>
              </a:spcBef>
              <a:spcAft>
                <a:spcPts val="0"/>
              </a:spcAft>
              <a:buSzPts val="960"/>
              <a:buChar char="►"/>
              <a:defRPr sz="1200"/>
            </a:lvl7pPr>
            <a:lvl8pPr indent="-289559" lvl="7" marL="3657600" algn="l">
              <a:spcBef>
                <a:spcPts val="1000"/>
              </a:spcBef>
              <a:spcAft>
                <a:spcPts val="0"/>
              </a:spcAft>
              <a:buSzPts val="960"/>
              <a:buChar char="►"/>
              <a:defRPr sz="1200"/>
            </a:lvl8pPr>
            <a:lvl9pPr indent="-289559" lvl="8" marL="4114800" algn="l">
              <a:spcBef>
                <a:spcPts val="1000"/>
              </a:spcBef>
              <a:spcAft>
                <a:spcPts val="0"/>
              </a:spcAft>
              <a:buSzPts val="960"/>
              <a:buChar char="►"/>
              <a:defRPr sz="1200"/>
            </a:lvl9pPr>
          </a:lstStyle>
          <a:p/>
        </p:txBody>
      </p:sp>
      <p:sp>
        <p:nvSpPr>
          <p:cNvPr id="69" name="Google Shape;69;p23"/>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3"/>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3"/>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2" name="Shape 72"/>
        <p:cNvGrpSpPr/>
        <p:nvPr/>
      </p:nvGrpSpPr>
      <p:grpSpPr>
        <a:xfrm>
          <a:off x="0" y="0"/>
          <a:ext cx="0" cy="0"/>
          <a:chOff x="0" y="0"/>
          <a:chExt cx="0" cy="0"/>
        </a:xfrm>
      </p:grpSpPr>
      <p:sp>
        <p:nvSpPr>
          <p:cNvPr id="73" name="Google Shape;73;p24"/>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3600"/>
              <a:buFont typeface="Century Gothic"/>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24"/>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24"/>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4"/>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77" name="Shape 77"/>
        <p:cNvGrpSpPr/>
        <p:nvPr/>
      </p:nvGrpSpPr>
      <p:grpSpPr>
        <a:xfrm>
          <a:off x="0" y="0"/>
          <a:ext cx="0" cy="0"/>
          <a:chOff x="0" y="0"/>
          <a:chExt cx="0" cy="0"/>
        </a:xfrm>
      </p:grpSpPr>
      <p:sp>
        <p:nvSpPr>
          <p:cNvPr id="78" name="Google Shape;78;p25"/>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5"/>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25"/>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25"/>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82" name="Shape 82"/>
        <p:cNvGrpSpPr/>
        <p:nvPr/>
      </p:nvGrpSpPr>
      <p:grpSpPr>
        <a:xfrm>
          <a:off x="0" y="0"/>
          <a:ext cx="0" cy="0"/>
          <a:chOff x="0" y="0"/>
          <a:chExt cx="0" cy="0"/>
        </a:xfrm>
      </p:grpSpPr>
      <p:grpSp>
        <p:nvGrpSpPr>
          <p:cNvPr id="83" name="Google Shape;83;p26"/>
          <p:cNvGrpSpPr/>
          <p:nvPr/>
        </p:nvGrpSpPr>
        <p:grpSpPr>
          <a:xfrm>
            <a:off x="0" y="0"/>
            <a:ext cx="12192000" cy="6858000"/>
            <a:chOff x="0" y="0"/>
            <a:chExt cx="12192000" cy="6858000"/>
          </a:xfrm>
        </p:grpSpPr>
        <p:sp>
          <p:nvSpPr>
            <p:cNvPr id="84" name="Google Shape;84;p26"/>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26"/>
            <p:cNvSpPr/>
            <p:nvPr/>
          </p:nvSpPr>
          <p:spPr>
            <a:xfrm>
              <a:off x="0"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26"/>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6"/>
            <p:cNvSpPr/>
            <p:nvPr/>
          </p:nvSpPr>
          <p:spPr>
            <a:xfrm>
              <a:off x="8609012" y="5867400"/>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6"/>
            <p:cNvSpPr/>
            <p:nvPr/>
          </p:nvSpPr>
          <p:spPr>
            <a:xfrm>
              <a:off x="860901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6"/>
            <p:cNvSpPr/>
            <p:nvPr/>
          </p:nvSpPr>
          <p:spPr>
            <a:xfrm>
              <a:off x="7999412" y="8464"/>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6"/>
            <p:cNvSpPr/>
            <p:nvPr/>
          </p:nvSpPr>
          <p:spPr>
            <a:xfrm>
              <a:off x="5713412" y="402165"/>
              <a:ext cx="6055253" cy="60536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6"/>
            <p:cNvSpPr/>
            <p:nvPr/>
          </p:nvSpPr>
          <p:spPr>
            <a:xfrm rot="-5677511">
              <a:off x="3140485" y="1826078"/>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6"/>
            <p:cNvSpPr/>
            <p:nvPr/>
          </p:nvSpPr>
          <p:spPr>
            <a:xfrm rot="-5400000">
              <a:off x="2229377" y="2801721"/>
              <a:ext cx="6053670" cy="1254558"/>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93" name="Google Shape;93;p26"/>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94" name="Google Shape;94;p26"/>
          <p:cNvSpPr txBox="1"/>
          <p:nvPr>
            <p:ph type="title"/>
          </p:nvPr>
        </p:nvSpPr>
        <p:spPr>
          <a:xfrm>
            <a:off x="1154955" y="1295400"/>
            <a:ext cx="2793158" cy="1600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2400"/>
              <a:buFont typeface="Century Gothic"/>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26"/>
          <p:cNvSpPr txBox="1"/>
          <p:nvPr>
            <p:ph idx="1" type="body"/>
          </p:nvPr>
        </p:nvSpPr>
        <p:spPr>
          <a:xfrm>
            <a:off x="5781146" y="1447800"/>
            <a:ext cx="5190066" cy="4572000"/>
          </a:xfrm>
          <a:prstGeom prst="rect">
            <a:avLst/>
          </a:prstGeom>
          <a:noFill/>
          <a:ln>
            <a:noFill/>
          </a:ln>
        </p:spPr>
        <p:txBody>
          <a:bodyPr anchorCtr="0" anchor="ctr"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96" name="Google Shape;96;p26"/>
          <p:cNvSpPr txBox="1"/>
          <p:nvPr>
            <p:ph idx="2" type="body"/>
          </p:nvPr>
        </p:nvSpPr>
        <p:spPr>
          <a:xfrm>
            <a:off x="1154954" y="3129280"/>
            <a:ext cx="2793158" cy="289559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solidFill>
                  <a:srgbClr val="EE52A4"/>
                </a:solidFill>
              </a:defRPr>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97" name="Google Shape;97;p26"/>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26"/>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26"/>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26"/>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01" name="Shape 101"/>
        <p:cNvGrpSpPr/>
        <p:nvPr/>
      </p:nvGrpSpPr>
      <p:grpSpPr>
        <a:xfrm>
          <a:off x="0" y="0"/>
          <a:ext cx="0" cy="0"/>
          <a:chOff x="0" y="0"/>
          <a:chExt cx="0" cy="0"/>
        </a:xfrm>
      </p:grpSpPr>
      <p:grpSp>
        <p:nvGrpSpPr>
          <p:cNvPr id="102" name="Google Shape;102;p27"/>
          <p:cNvGrpSpPr/>
          <p:nvPr/>
        </p:nvGrpSpPr>
        <p:grpSpPr>
          <a:xfrm>
            <a:off x="0" y="0"/>
            <a:ext cx="12192000" cy="6858000"/>
            <a:chOff x="0" y="0"/>
            <a:chExt cx="12192000" cy="6858000"/>
          </a:xfrm>
        </p:grpSpPr>
        <p:sp>
          <p:nvSpPr>
            <p:cNvPr id="103" name="Google Shape;103;p27"/>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27"/>
            <p:cNvSpPr/>
            <p:nvPr/>
          </p:nvSpPr>
          <p:spPr>
            <a:xfrm>
              <a:off x="0"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27"/>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27"/>
            <p:cNvSpPr/>
            <p:nvPr/>
          </p:nvSpPr>
          <p:spPr>
            <a:xfrm>
              <a:off x="8609012" y="5867400"/>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27"/>
            <p:cNvSpPr/>
            <p:nvPr/>
          </p:nvSpPr>
          <p:spPr>
            <a:xfrm>
              <a:off x="860901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27"/>
            <p:cNvSpPr/>
            <p:nvPr/>
          </p:nvSpPr>
          <p:spPr>
            <a:xfrm>
              <a:off x="7999412" y="8464"/>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27"/>
            <p:cNvSpPr/>
            <p:nvPr/>
          </p:nvSpPr>
          <p:spPr>
            <a:xfrm>
              <a:off x="6172200" y="402165"/>
              <a:ext cx="5596465" cy="60536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27"/>
            <p:cNvSpPr/>
            <p:nvPr/>
          </p:nvSpPr>
          <p:spPr>
            <a:xfrm rot="-5677511">
              <a:off x="4203594" y="1826078"/>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27"/>
            <p:cNvSpPr/>
            <p:nvPr/>
          </p:nvSpPr>
          <p:spPr>
            <a:xfrm rot="-5400000">
              <a:off x="3295432" y="2801721"/>
              <a:ext cx="6053670" cy="1254558"/>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112" name="Google Shape;112;p27"/>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13" name="Google Shape;113;p27"/>
          <p:cNvSpPr txBox="1"/>
          <p:nvPr>
            <p:ph type="title"/>
          </p:nvPr>
        </p:nvSpPr>
        <p:spPr>
          <a:xfrm>
            <a:off x="1154955" y="1693333"/>
            <a:ext cx="3865134" cy="1735667"/>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2"/>
              </a:buClr>
              <a:buSzPts val="3600"/>
              <a:buFont typeface="Century Gothic"/>
              <a:buNone/>
              <a:defRPr b="0"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27"/>
          <p:cNvSpPr/>
          <p:nvPr>
            <p:ph idx="2" type="pic"/>
          </p:nvPr>
        </p:nvSpPr>
        <p:spPr>
          <a:xfrm>
            <a:off x="6547870" y="1143000"/>
            <a:ext cx="3227193" cy="4572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115" name="Google Shape;115;p27"/>
          <p:cNvSpPr txBox="1"/>
          <p:nvPr>
            <p:ph idx="1" type="body"/>
          </p:nvPr>
        </p:nvSpPr>
        <p:spPr>
          <a:xfrm>
            <a:off x="1154954" y="3657600"/>
            <a:ext cx="3859212" cy="13716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solidFill>
                  <a:srgbClr val="EE52A4"/>
                </a:solidFill>
              </a:defRPr>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16" name="Google Shape;116;p27"/>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27"/>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27"/>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27"/>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120" name="Shape 120"/>
        <p:cNvGrpSpPr/>
        <p:nvPr/>
      </p:nvGrpSpPr>
      <p:grpSpPr>
        <a:xfrm>
          <a:off x="0" y="0"/>
          <a:ext cx="0" cy="0"/>
          <a:chOff x="0" y="0"/>
          <a:chExt cx="0" cy="0"/>
        </a:xfrm>
      </p:grpSpPr>
      <p:grpSp>
        <p:nvGrpSpPr>
          <p:cNvPr id="121" name="Google Shape;121;p28"/>
          <p:cNvGrpSpPr/>
          <p:nvPr/>
        </p:nvGrpSpPr>
        <p:grpSpPr>
          <a:xfrm>
            <a:off x="0" y="0"/>
            <a:ext cx="12192000" cy="6858000"/>
            <a:chOff x="0" y="0"/>
            <a:chExt cx="12192000" cy="6858000"/>
          </a:xfrm>
        </p:grpSpPr>
        <p:sp>
          <p:nvSpPr>
            <p:cNvPr id="122" name="Google Shape;122;p28"/>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28"/>
            <p:cNvSpPr/>
            <p:nvPr/>
          </p:nvSpPr>
          <p:spPr>
            <a:xfrm>
              <a:off x="0"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28"/>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8"/>
            <p:cNvSpPr/>
            <p:nvPr/>
          </p:nvSpPr>
          <p:spPr>
            <a:xfrm>
              <a:off x="8609012" y="5867400"/>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28"/>
            <p:cNvSpPr/>
            <p:nvPr/>
          </p:nvSpPr>
          <p:spPr>
            <a:xfrm>
              <a:off x="860901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28"/>
            <p:cNvSpPr/>
            <p:nvPr/>
          </p:nvSpPr>
          <p:spPr>
            <a:xfrm>
              <a:off x="7999412" y="8464"/>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8"/>
            <p:cNvSpPr/>
            <p:nvPr/>
          </p:nvSpPr>
          <p:spPr>
            <a:xfrm rot="10371525">
              <a:off x="263767" y="4438254"/>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8"/>
            <p:cNvSpPr/>
            <p:nvPr/>
          </p:nvSpPr>
          <p:spPr>
            <a:xfrm rot="10800000">
              <a:off x="459506" y="321130"/>
              <a:ext cx="11277600" cy="4533900"/>
            </a:xfrm>
            <a:custGeom>
              <a:rect b="b" l="l" r="r" t="t"/>
              <a:pathLst>
                <a:path extrusionOk="0" h="2856" w="7104">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lt1"/>
            </a:solidFill>
            <a:ln>
              <a:noFill/>
            </a:ln>
          </p:spPr>
        </p:sp>
        <p:sp>
          <p:nvSpPr>
            <p:cNvPr id="130" name="Google Shape;130;p28"/>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31" name="Google Shape;131;p28"/>
          <p:cNvSpPr txBox="1"/>
          <p:nvPr>
            <p:ph type="title"/>
          </p:nvPr>
        </p:nvSpPr>
        <p:spPr>
          <a:xfrm>
            <a:off x="1154954" y="4969927"/>
            <a:ext cx="8825659"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2"/>
              </a:buClr>
              <a:buSzPts val="2400"/>
              <a:buFont typeface="Century Gothic"/>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28"/>
          <p:cNvSpPr/>
          <p:nvPr>
            <p:ph idx="2" type="pic"/>
          </p:nvPr>
        </p:nvSpPr>
        <p:spPr>
          <a:xfrm>
            <a:off x="1154954" y="685800"/>
            <a:ext cx="8825659" cy="3429000"/>
          </a:xfrm>
          <a:prstGeom prst="roundRect">
            <a:avLst>
              <a:gd fmla="val 1858" name="adj"/>
            </a:avLst>
          </a:prstGeom>
          <a:noFill/>
          <a:ln>
            <a:noFill/>
          </a:ln>
          <a:effectLst>
            <a:outerShdw blurRad="50800" rotWithShape="0" algn="tl" dir="5400000" dist="50800">
              <a:srgbClr val="000000">
                <a:alpha val="42745"/>
              </a:srgbClr>
            </a:outerShdw>
          </a:effectLst>
        </p:spPr>
      </p:sp>
      <p:sp>
        <p:nvSpPr>
          <p:cNvPr id="133" name="Google Shape;133;p28"/>
          <p:cNvSpPr txBox="1"/>
          <p:nvPr>
            <p:ph idx="1" type="body"/>
          </p:nvPr>
        </p:nvSpPr>
        <p:spPr>
          <a:xfrm>
            <a:off x="1154954" y="5536665"/>
            <a:ext cx="8825658" cy="49371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960"/>
              <a:buNone/>
              <a:defRPr sz="1200">
                <a:solidFill>
                  <a:srgbClr val="EE52A4"/>
                </a:solidFill>
              </a:defRPr>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34" name="Google Shape;134;p28"/>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p28"/>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28"/>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28"/>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showMasterSp="0">
  <p:cSld name="Title and Caption">
    <p:spTree>
      <p:nvGrpSpPr>
        <p:cNvPr id="138" name="Shape 138"/>
        <p:cNvGrpSpPr/>
        <p:nvPr/>
      </p:nvGrpSpPr>
      <p:grpSpPr>
        <a:xfrm>
          <a:off x="0" y="0"/>
          <a:ext cx="0" cy="0"/>
          <a:chOff x="0" y="0"/>
          <a:chExt cx="0" cy="0"/>
        </a:xfrm>
      </p:grpSpPr>
      <p:grpSp>
        <p:nvGrpSpPr>
          <p:cNvPr id="139" name="Google Shape;139;p29"/>
          <p:cNvGrpSpPr/>
          <p:nvPr/>
        </p:nvGrpSpPr>
        <p:grpSpPr>
          <a:xfrm>
            <a:off x="0" y="0"/>
            <a:ext cx="12192000" cy="6858000"/>
            <a:chOff x="0" y="0"/>
            <a:chExt cx="12192000" cy="6858000"/>
          </a:xfrm>
        </p:grpSpPr>
        <p:sp>
          <p:nvSpPr>
            <p:cNvPr id="140" name="Google Shape;140;p29"/>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29"/>
            <p:cNvSpPr/>
            <p:nvPr/>
          </p:nvSpPr>
          <p:spPr>
            <a:xfrm>
              <a:off x="0"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9"/>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29"/>
            <p:cNvSpPr/>
            <p:nvPr/>
          </p:nvSpPr>
          <p:spPr>
            <a:xfrm>
              <a:off x="8609012" y="5867400"/>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29"/>
            <p:cNvSpPr/>
            <p:nvPr/>
          </p:nvSpPr>
          <p:spPr>
            <a:xfrm>
              <a:off x="860901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9"/>
            <p:cNvSpPr/>
            <p:nvPr/>
          </p:nvSpPr>
          <p:spPr>
            <a:xfrm>
              <a:off x="7999412" y="8464"/>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29"/>
            <p:cNvSpPr/>
            <p:nvPr/>
          </p:nvSpPr>
          <p:spPr>
            <a:xfrm rot="-589932">
              <a:off x="8490951" y="2714874"/>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9"/>
            <p:cNvSpPr/>
            <p:nvPr/>
          </p:nvSpPr>
          <p:spPr>
            <a:xfrm>
              <a:off x="455612" y="2801319"/>
              <a:ext cx="11277600" cy="3602637"/>
            </a:xfrm>
            <a:custGeom>
              <a:rect b="b" l="l" r="r" t="t"/>
              <a:pathLst>
                <a:path extrusionOk="0" h="7946" w="10000">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lt1"/>
            </a:solidFill>
            <a:ln>
              <a:noFill/>
            </a:ln>
          </p:spPr>
        </p:sp>
        <p:sp>
          <p:nvSpPr>
            <p:cNvPr id="148" name="Google Shape;148;p29"/>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49" name="Google Shape;149;p29"/>
          <p:cNvSpPr txBox="1"/>
          <p:nvPr>
            <p:ph type="title"/>
          </p:nvPr>
        </p:nvSpPr>
        <p:spPr>
          <a:xfrm>
            <a:off x="1148798" y="1063417"/>
            <a:ext cx="8831816" cy="1372986"/>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4000"/>
              <a:buFont typeface="Century Gothic"/>
              <a:buNone/>
              <a:defRPr sz="4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29"/>
          <p:cNvSpPr txBox="1"/>
          <p:nvPr>
            <p:ph idx="1" type="body"/>
          </p:nvPr>
        </p:nvSpPr>
        <p:spPr>
          <a:xfrm>
            <a:off x="1154954" y="3543300"/>
            <a:ext cx="8825659" cy="2476500"/>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51" name="Google Shape;151;p29"/>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2" name="Google Shape;152;p29"/>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 name="Google Shape;153;p29"/>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29"/>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showMasterSp="0">
  <p:cSld name="Quote with Caption">
    <p:spTree>
      <p:nvGrpSpPr>
        <p:cNvPr id="155" name="Shape 155"/>
        <p:cNvGrpSpPr/>
        <p:nvPr/>
      </p:nvGrpSpPr>
      <p:grpSpPr>
        <a:xfrm>
          <a:off x="0" y="0"/>
          <a:ext cx="0" cy="0"/>
          <a:chOff x="0" y="0"/>
          <a:chExt cx="0" cy="0"/>
        </a:xfrm>
      </p:grpSpPr>
      <p:grpSp>
        <p:nvGrpSpPr>
          <p:cNvPr id="156" name="Google Shape;156;p30"/>
          <p:cNvGrpSpPr/>
          <p:nvPr/>
        </p:nvGrpSpPr>
        <p:grpSpPr>
          <a:xfrm>
            <a:off x="0" y="0"/>
            <a:ext cx="12192000" cy="6858000"/>
            <a:chOff x="0" y="0"/>
            <a:chExt cx="12192000" cy="6858000"/>
          </a:xfrm>
        </p:grpSpPr>
        <p:sp>
          <p:nvSpPr>
            <p:cNvPr id="157" name="Google Shape;157;p30"/>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30"/>
            <p:cNvSpPr/>
            <p:nvPr/>
          </p:nvSpPr>
          <p:spPr>
            <a:xfrm>
              <a:off x="0"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30"/>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30"/>
            <p:cNvSpPr/>
            <p:nvPr/>
          </p:nvSpPr>
          <p:spPr>
            <a:xfrm>
              <a:off x="8609012" y="5867400"/>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30"/>
            <p:cNvSpPr/>
            <p:nvPr/>
          </p:nvSpPr>
          <p:spPr>
            <a:xfrm>
              <a:off x="860901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30"/>
            <p:cNvSpPr/>
            <p:nvPr/>
          </p:nvSpPr>
          <p:spPr>
            <a:xfrm>
              <a:off x="7999412" y="8464"/>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30"/>
            <p:cNvSpPr/>
            <p:nvPr/>
          </p:nvSpPr>
          <p:spPr>
            <a:xfrm rot="-589932">
              <a:off x="8490951" y="4185117"/>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30"/>
            <p:cNvSpPr/>
            <p:nvPr/>
          </p:nvSpPr>
          <p:spPr>
            <a:xfrm>
              <a:off x="455612" y="4241801"/>
              <a:ext cx="11277600" cy="2337161"/>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165" name="Google Shape;165;p30"/>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66" name="Google Shape;166;p30"/>
          <p:cNvSpPr txBox="1"/>
          <p:nvPr/>
        </p:nvSpPr>
        <p:spPr>
          <a:xfrm>
            <a:off x="881566" y="607336"/>
            <a:ext cx="801912" cy="156966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9600">
                <a:solidFill>
                  <a:srgbClr val="EE52A4"/>
                </a:solidFill>
                <a:latin typeface="Arial"/>
                <a:ea typeface="Arial"/>
                <a:cs typeface="Arial"/>
                <a:sym typeface="Arial"/>
              </a:rPr>
              <a:t>“</a:t>
            </a:r>
            <a:endParaRPr/>
          </a:p>
        </p:txBody>
      </p:sp>
      <p:sp>
        <p:nvSpPr>
          <p:cNvPr id="167" name="Google Shape;167;p30"/>
          <p:cNvSpPr txBox="1"/>
          <p:nvPr/>
        </p:nvSpPr>
        <p:spPr>
          <a:xfrm>
            <a:off x="9884458" y="2613787"/>
            <a:ext cx="652763" cy="156966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9600">
                <a:solidFill>
                  <a:srgbClr val="EE52A4"/>
                </a:solidFill>
                <a:latin typeface="Arial"/>
                <a:ea typeface="Arial"/>
                <a:cs typeface="Arial"/>
                <a:sym typeface="Arial"/>
              </a:rPr>
              <a:t>”</a:t>
            </a:r>
            <a:endParaRPr/>
          </a:p>
        </p:txBody>
      </p:sp>
      <p:sp>
        <p:nvSpPr>
          <p:cNvPr id="168" name="Google Shape;168;p30"/>
          <p:cNvSpPr txBox="1"/>
          <p:nvPr>
            <p:ph type="title"/>
          </p:nvPr>
        </p:nvSpPr>
        <p:spPr>
          <a:xfrm>
            <a:off x="1581878" y="982134"/>
            <a:ext cx="8453906" cy="2696632"/>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4000"/>
              <a:buFont typeface="Century Gothic"/>
              <a:buNone/>
              <a:defRPr sz="4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9" name="Google Shape;169;p30"/>
          <p:cNvSpPr txBox="1"/>
          <p:nvPr>
            <p:ph idx="1" type="body"/>
          </p:nvPr>
        </p:nvSpPr>
        <p:spPr>
          <a:xfrm>
            <a:off x="1945945" y="3678766"/>
            <a:ext cx="7731219" cy="34217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b="0" i="0" sz="1400" cap="small">
                <a:solidFill>
                  <a:srgbClr val="EE52A4"/>
                </a:solidFill>
                <a:latin typeface="Century Gothic"/>
                <a:ea typeface="Century Gothic"/>
                <a:cs typeface="Century Gothic"/>
                <a:sym typeface="Century Gothic"/>
              </a:defRPr>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70" name="Google Shape;170;p30"/>
          <p:cNvSpPr txBox="1"/>
          <p:nvPr>
            <p:ph idx="2" type="body"/>
          </p:nvPr>
        </p:nvSpPr>
        <p:spPr>
          <a:xfrm>
            <a:off x="1154954" y="5029199"/>
            <a:ext cx="9244897" cy="997857"/>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71" name="Google Shape;171;p30"/>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2" name="Google Shape;172;p30"/>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3" name="Google Shape;173;p30"/>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30"/>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showMasterSp="0">
  <p:cSld name="Name Card">
    <p:spTree>
      <p:nvGrpSpPr>
        <p:cNvPr id="175" name="Shape 175"/>
        <p:cNvGrpSpPr/>
        <p:nvPr/>
      </p:nvGrpSpPr>
      <p:grpSpPr>
        <a:xfrm>
          <a:off x="0" y="0"/>
          <a:ext cx="0" cy="0"/>
          <a:chOff x="0" y="0"/>
          <a:chExt cx="0" cy="0"/>
        </a:xfrm>
      </p:grpSpPr>
      <p:grpSp>
        <p:nvGrpSpPr>
          <p:cNvPr id="176" name="Google Shape;176;p31"/>
          <p:cNvGrpSpPr/>
          <p:nvPr/>
        </p:nvGrpSpPr>
        <p:grpSpPr>
          <a:xfrm>
            <a:off x="0" y="0"/>
            <a:ext cx="12192000" cy="6858000"/>
            <a:chOff x="0" y="0"/>
            <a:chExt cx="12192000" cy="6858000"/>
          </a:xfrm>
        </p:grpSpPr>
        <p:sp>
          <p:nvSpPr>
            <p:cNvPr id="177" name="Google Shape;177;p31"/>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31"/>
            <p:cNvSpPr/>
            <p:nvPr/>
          </p:nvSpPr>
          <p:spPr>
            <a:xfrm>
              <a:off x="0"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31"/>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31"/>
            <p:cNvSpPr/>
            <p:nvPr/>
          </p:nvSpPr>
          <p:spPr>
            <a:xfrm>
              <a:off x="8609012" y="5867400"/>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31"/>
            <p:cNvSpPr/>
            <p:nvPr/>
          </p:nvSpPr>
          <p:spPr>
            <a:xfrm>
              <a:off x="860901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31"/>
            <p:cNvSpPr/>
            <p:nvPr/>
          </p:nvSpPr>
          <p:spPr>
            <a:xfrm>
              <a:off x="7999412" y="8464"/>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31"/>
            <p:cNvSpPr/>
            <p:nvPr/>
          </p:nvSpPr>
          <p:spPr>
            <a:xfrm rot="-589932">
              <a:off x="8490951" y="4193583"/>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31"/>
            <p:cNvSpPr/>
            <p:nvPr/>
          </p:nvSpPr>
          <p:spPr>
            <a:xfrm>
              <a:off x="455612" y="4241801"/>
              <a:ext cx="11277600" cy="2337161"/>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185" name="Google Shape;185;p31"/>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86" name="Google Shape;186;p31"/>
          <p:cNvSpPr txBox="1"/>
          <p:nvPr>
            <p:ph type="title"/>
          </p:nvPr>
        </p:nvSpPr>
        <p:spPr>
          <a:xfrm>
            <a:off x="1154954" y="2370667"/>
            <a:ext cx="8825660" cy="1822514"/>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4000"/>
              <a:buFont typeface="Century Gothic"/>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7" name="Google Shape;187;p31"/>
          <p:cNvSpPr txBox="1"/>
          <p:nvPr>
            <p:ph idx="1" type="body"/>
          </p:nvPr>
        </p:nvSpPr>
        <p:spPr>
          <a:xfrm>
            <a:off x="1154954" y="5024967"/>
            <a:ext cx="8825659"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cap="none">
                <a:solidFill>
                  <a:srgbClr val="EE52A4"/>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88" name="Google Shape;188;p31"/>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9" name="Google Shape;189;p31"/>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0" name="Google Shape;190;p31"/>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31"/>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p:cSld name="3 Column">
    <p:spTree>
      <p:nvGrpSpPr>
        <p:cNvPr id="192" name="Shape 192"/>
        <p:cNvGrpSpPr/>
        <p:nvPr/>
      </p:nvGrpSpPr>
      <p:grpSpPr>
        <a:xfrm>
          <a:off x="0" y="0"/>
          <a:ext cx="0" cy="0"/>
          <a:chOff x="0" y="0"/>
          <a:chExt cx="0" cy="0"/>
        </a:xfrm>
      </p:grpSpPr>
      <p:sp>
        <p:nvSpPr>
          <p:cNvPr id="193" name="Google Shape;193;p32"/>
          <p:cNvSpPr txBox="1"/>
          <p:nvPr>
            <p:ph type="title"/>
          </p:nvPr>
        </p:nvSpPr>
        <p:spPr>
          <a:xfrm>
            <a:off x="1154954" y="973668"/>
            <a:ext cx="8825659" cy="70696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3600"/>
              <a:buFont typeface="Century Gothic"/>
              <a:buNone/>
              <a:defRPr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4" name="Google Shape;194;p32"/>
          <p:cNvSpPr txBox="1"/>
          <p:nvPr>
            <p:ph idx="1" type="body"/>
          </p:nvPr>
        </p:nvSpPr>
        <p:spPr>
          <a:xfrm>
            <a:off x="1154954" y="2603502"/>
            <a:ext cx="3141878"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EE52A4"/>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95" name="Google Shape;195;p32"/>
          <p:cNvSpPr txBox="1"/>
          <p:nvPr>
            <p:ph idx="2" type="body"/>
          </p:nvPr>
        </p:nvSpPr>
        <p:spPr>
          <a:xfrm>
            <a:off x="1154953" y="3179764"/>
            <a:ext cx="3141879" cy="2847293"/>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96" name="Google Shape;196;p32"/>
          <p:cNvSpPr txBox="1"/>
          <p:nvPr>
            <p:ph idx="3" type="body"/>
          </p:nvPr>
        </p:nvSpPr>
        <p:spPr>
          <a:xfrm>
            <a:off x="4512721" y="2603500"/>
            <a:ext cx="3147009"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EE52A4"/>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97" name="Google Shape;197;p32"/>
          <p:cNvSpPr txBox="1"/>
          <p:nvPr>
            <p:ph idx="4" type="body"/>
          </p:nvPr>
        </p:nvSpPr>
        <p:spPr>
          <a:xfrm>
            <a:off x="4512721" y="3179763"/>
            <a:ext cx="3147009" cy="2847293"/>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98" name="Google Shape;198;p32"/>
          <p:cNvSpPr txBox="1"/>
          <p:nvPr>
            <p:ph idx="5" type="body"/>
          </p:nvPr>
        </p:nvSpPr>
        <p:spPr>
          <a:xfrm>
            <a:off x="7888135" y="2603501"/>
            <a:ext cx="3145730"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EE52A4"/>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99" name="Google Shape;199;p32"/>
          <p:cNvSpPr txBox="1"/>
          <p:nvPr>
            <p:ph idx="6" type="body"/>
          </p:nvPr>
        </p:nvSpPr>
        <p:spPr>
          <a:xfrm>
            <a:off x="7888329" y="3179762"/>
            <a:ext cx="3145536" cy="2847293"/>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cxnSp>
        <p:nvCxnSpPr>
          <p:cNvPr id="200" name="Google Shape;200;p32"/>
          <p:cNvCxnSpPr/>
          <p:nvPr/>
        </p:nvCxnSpPr>
        <p:spPr>
          <a:xfrm>
            <a:off x="4403971" y="2569633"/>
            <a:ext cx="0" cy="3492499"/>
          </a:xfrm>
          <a:prstGeom prst="straightConnector1">
            <a:avLst/>
          </a:prstGeom>
          <a:noFill/>
          <a:ln cap="flat" cmpd="sng" w="12700">
            <a:solidFill>
              <a:schemeClr val="accent1">
                <a:alpha val="40000"/>
              </a:schemeClr>
            </a:solidFill>
            <a:prstDash val="solid"/>
            <a:round/>
            <a:headEnd len="sm" w="sm" type="none"/>
            <a:tailEnd len="sm" w="sm" type="none"/>
          </a:ln>
        </p:spPr>
      </p:cxnSp>
      <p:cxnSp>
        <p:nvCxnSpPr>
          <p:cNvPr id="201" name="Google Shape;201;p32"/>
          <p:cNvCxnSpPr/>
          <p:nvPr/>
        </p:nvCxnSpPr>
        <p:spPr>
          <a:xfrm>
            <a:off x="7772401" y="2569633"/>
            <a:ext cx="0" cy="3492499"/>
          </a:xfrm>
          <a:prstGeom prst="straightConnector1">
            <a:avLst/>
          </a:prstGeom>
          <a:noFill/>
          <a:ln cap="flat" cmpd="sng" w="12700">
            <a:solidFill>
              <a:schemeClr val="accent1">
                <a:alpha val="40000"/>
              </a:schemeClr>
            </a:solidFill>
            <a:prstDash val="solid"/>
            <a:round/>
            <a:headEnd len="sm" w="sm" type="none"/>
            <a:tailEnd len="sm" w="sm" type="none"/>
          </a:ln>
        </p:spPr>
      </p:cxnSp>
      <p:sp>
        <p:nvSpPr>
          <p:cNvPr id="202" name="Google Shape;202;p32"/>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3" name="Google Shape;203;p32"/>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4" name="Google Shape;204;p32"/>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Picture Column">
  <p:cSld name="3 Picture Column">
    <p:spTree>
      <p:nvGrpSpPr>
        <p:cNvPr id="205" name="Shape 205"/>
        <p:cNvGrpSpPr/>
        <p:nvPr/>
      </p:nvGrpSpPr>
      <p:grpSpPr>
        <a:xfrm>
          <a:off x="0" y="0"/>
          <a:ext cx="0" cy="0"/>
          <a:chOff x="0" y="0"/>
          <a:chExt cx="0" cy="0"/>
        </a:xfrm>
      </p:grpSpPr>
      <p:sp>
        <p:nvSpPr>
          <p:cNvPr id="206" name="Google Shape;206;p33"/>
          <p:cNvSpPr txBox="1"/>
          <p:nvPr>
            <p:ph type="title"/>
          </p:nvPr>
        </p:nvSpPr>
        <p:spPr>
          <a:xfrm>
            <a:off x="1154954" y="973668"/>
            <a:ext cx="8825659" cy="70696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3600"/>
              <a:buFont typeface="Century Gothic"/>
              <a:buNone/>
              <a:defRPr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7" name="Google Shape;207;p33"/>
          <p:cNvSpPr txBox="1"/>
          <p:nvPr>
            <p:ph idx="1" type="body"/>
          </p:nvPr>
        </p:nvSpPr>
        <p:spPr>
          <a:xfrm>
            <a:off x="1154954" y="4532844"/>
            <a:ext cx="3050438"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EE52A4"/>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208" name="Google Shape;208;p33"/>
          <p:cNvSpPr/>
          <p:nvPr>
            <p:ph idx="2" type="pic"/>
          </p:nvPr>
        </p:nvSpPr>
        <p:spPr>
          <a:xfrm>
            <a:off x="1334553" y="2603500"/>
            <a:ext cx="2691242" cy="1591510"/>
          </a:xfrm>
          <a:prstGeom prst="roundRect">
            <a:avLst>
              <a:gd fmla="val 1858" name="adj"/>
            </a:avLst>
          </a:prstGeom>
          <a:noFill/>
          <a:ln>
            <a:noFill/>
          </a:ln>
          <a:effectLst>
            <a:outerShdw blurRad="50800" rotWithShape="0" algn="tl" dir="5400000" dist="50800">
              <a:srgbClr val="000000">
                <a:alpha val="42745"/>
              </a:srgbClr>
            </a:outerShdw>
          </a:effectLst>
        </p:spPr>
      </p:sp>
      <p:sp>
        <p:nvSpPr>
          <p:cNvPr id="209" name="Google Shape;209;p33"/>
          <p:cNvSpPr txBox="1"/>
          <p:nvPr>
            <p:ph idx="3" type="body"/>
          </p:nvPr>
        </p:nvSpPr>
        <p:spPr>
          <a:xfrm>
            <a:off x="1154954" y="5109106"/>
            <a:ext cx="3050438" cy="91795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210" name="Google Shape;210;p33"/>
          <p:cNvSpPr txBox="1"/>
          <p:nvPr>
            <p:ph idx="4" type="body"/>
          </p:nvPr>
        </p:nvSpPr>
        <p:spPr>
          <a:xfrm>
            <a:off x="4568865" y="4532844"/>
            <a:ext cx="3050438" cy="576263"/>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EE52A4"/>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211" name="Google Shape;211;p33"/>
          <p:cNvSpPr/>
          <p:nvPr>
            <p:ph idx="5" type="pic"/>
          </p:nvPr>
        </p:nvSpPr>
        <p:spPr>
          <a:xfrm>
            <a:off x="4748462" y="2603500"/>
            <a:ext cx="2691243" cy="1591510"/>
          </a:xfrm>
          <a:prstGeom prst="roundRect">
            <a:avLst>
              <a:gd fmla="val 1858" name="adj"/>
            </a:avLst>
          </a:prstGeom>
          <a:noFill/>
          <a:ln>
            <a:noFill/>
          </a:ln>
          <a:effectLst>
            <a:outerShdw blurRad="50800" rotWithShape="0" algn="tl" dir="5400000" dist="50800">
              <a:srgbClr val="000000">
                <a:alpha val="42745"/>
              </a:srgbClr>
            </a:outerShdw>
          </a:effectLst>
        </p:spPr>
      </p:sp>
      <p:sp>
        <p:nvSpPr>
          <p:cNvPr id="212" name="Google Shape;212;p33"/>
          <p:cNvSpPr txBox="1"/>
          <p:nvPr>
            <p:ph idx="6" type="body"/>
          </p:nvPr>
        </p:nvSpPr>
        <p:spPr>
          <a:xfrm>
            <a:off x="4570172" y="5109105"/>
            <a:ext cx="3050438" cy="91795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213" name="Google Shape;213;p33"/>
          <p:cNvSpPr txBox="1"/>
          <p:nvPr>
            <p:ph idx="7" type="body"/>
          </p:nvPr>
        </p:nvSpPr>
        <p:spPr>
          <a:xfrm>
            <a:off x="7982775" y="4532845"/>
            <a:ext cx="3051095"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solidFill>
                  <a:srgbClr val="EE52A4"/>
                </a:solidFill>
              </a:defRPr>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214" name="Google Shape;214;p33"/>
          <p:cNvSpPr/>
          <p:nvPr>
            <p:ph idx="8" type="pic"/>
          </p:nvPr>
        </p:nvSpPr>
        <p:spPr>
          <a:xfrm>
            <a:off x="8163031" y="2603500"/>
            <a:ext cx="2691242" cy="1591510"/>
          </a:xfrm>
          <a:prstGeom prst="roundRect">
            <a:avLst>
              <a:gd fmla="val 1858" name="adj"/>
            </a:avLst>
          </a:prstGeom>
          <a:noFill/>
          <a:ln>
            <a:noFill/>
          </a:ln>
          <a:effectLst>
            <a:outerShdw blurRad="50800" rotWithShape="0" algn="tl" dir="5400000" dist="50800">
              <a:srgbClr val="000000">
                <a:alpha val="42745"/>
              </a:srgbClr>
            </a:outerShdw>
          </a:effectLst>
        </p:spPr>
      </p:sp>
      <p:sp>
        <p:nvSpPr>
          <p:cNvPr id="215" name="Google Shape;215;p33"/>
          <p:cNvSpPr txBox="1"/>
          <p:nvPr>
            <p:ph idx="9" type="body"/>
          </p:nvPr>
        </p:nvSpPr>
        <p:spPr>
          <a:xfrm>
            <a:off x="7982775" y="5109104"/>
            <a:ext cx="3051096" cy="91795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cxnSp>
        <p:nvCxnSpPr>
          <p:cNvPr id="216" name="Google Shape;216;p33"/>
          <p:cNvCxnSpPr/>
          <p:nvPr/>
        </p:nvCxnSpPr>
        <p:spPr>
          <a:xfrm>
            <a:off x="4405831" y="2569633"/>
            <a:ext cx="0" cy="3492499"/>
          </a:xfrm>
          <a:prstGeom prst="straightConnector1">
            <a:avLst/>
          </a:prstGeom>
          <a:noFill/>
          <a:ln cap="flat" cmpd="sng" w="12700">
            <a:solidFill>
              <a:schemeClr val="accent1">
                <a:alpha val="40000"/>
              </a:schemeClr>
            </a:solidFill>
            <a:prstDash val="solid"/>
            <a:round/>
            <a:headEnd len="sm" w="sm" type="none"/>
            <a:tailEnd len="sm" w="sm" type="none"/>
          </a:ln>
        </p:spPr>
      </p:cxnSp>
      <p:cxnSp>
        <p:nvCxnSpPr>
          <p:cNvPr id="217" name="Google Shape;217;p33"/>
          <p:cNvCxnSpPr/>
          <p:nvPr/>
        </p:nvCxnSpPr>
        <p:spPr>
          <a:xfrm>
            <a:off x="7797802" y="2569633"/>
            <a:ext cx="0" cy="3492499"/>
          </a:xfrm>
          <a:prstGeom prst="straightConnector1">
            <a:avLst/>
          </a:prstGeom>
          <a:noFill/>
          <a:ln cap="flat" cmpd="sng" w="12700">
            <a:solidFill>
              <a:schemeClr val="accent1">
                <a:alpha val="40000"/>
              </a:schemeClr>
            </a:solidFill>
            <a:prstDash val="solid"/>
            <a:round/>
            <a:headEnd len="sm" w="sm" type="none"/>
            <a:tailEnd len="sm" w="sm" type="none"/>
          </a:ln>
        </p:spPr>
      </p:cxnSp>
      <p:sp>
        <p:nvSpPr>
          <p:cNvPr id="218" name="Google Shape;218;p33"/>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9" name="Google Shape;219;p33"/>
          <p:cNvSpPr txBox="1"/>
          <p:nvPr>
            <p:ph idx="11" type="ftr"/>
          </p:nvPr>
        </p:nvSpPr>
        <p:spPr>
          <a:xfrm>
            <a:off x="561111" y="6391838"/>
            <a:ext cx="3644282" cy="3048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0" name="Google Shape;220;p33"/>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21" name="Shape 221"/>
        <p:cNvGrpSpPr/>
        <p:nvPr/>
      </p:nvGrpSpPr>
      <p:grpSpPr>
        <a:xfrm>
          <a:off x="0" y="0"/>
          <a:ext cx="0" cy="0"/>
          <a:chOff x="0" y="0"/>
          <a:chExt cx="0" cy="0"/>
        </a:xfrm>
      </p:grpSpPr>
      <p:sp>
        <p:nvSpPr>
          <p:cNvPr id="222" name="Google Shape;222;p34"/>
          <p:cNvSpPr txBox="1"/>
          <p:nvPr>
            <p:ph type="title"/>
          </p:nvPr>
        </p:nvSpPr>
        <p:spPr>
          <a:xfrm>
            <a:off x="1154954" y="973668"/>
            <a:ext cx="8825659" cy="70696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3" name="Google Shape;223;p34"/>
          <p:cNvSpPr txBox="1"/>
          <p:nvPr>
            <p:ph idx="1" type="body"/>
          </p:nvPr>
        </p:nvSpPr>
        <p:spPr>
          <a:xfrm rot="5400000">
            <a:off x="3859634" y="-101179"/>
            <a:ext cx="3416300" cy="8825659"/>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224" name="Google Shape;224;p34"/>
          <p:cNvSpPr txBox="1"/>
          <p:nvPr>
            <p:ph idx="10" type="dt"/>
          </p:nvPr>
        </p:nvSpPr>
        <p:spPr>
          <a:xfrm>
            <a:off x="10695439" y="6391838"/>
            <a:ext cx="990599" cy="304799"/>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5" name="Google Shape;225;p34"/>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6" name="Google Shape;226;p34"/>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227" name="Shape 227"/>
        <p:cNvGrpSpPr/>
        <p:nvPr/>
      </p:nvGrpSpPr>
      <p:grpSpPr>
        <a:xfrm>
          <a:off x="0" y="0"/>
          <a:ext cx="0" cy="0"/>
          <a:chOff x="0" y="0"/>
          <a:chExt cx="0" cy="0"/>
        </a:xfrm>
      </p:grpSpPr>
      <p:grpSp>
        <p:nvGrpSpPr>
          <p:cNvPr id="228" name="Google Shape;228;p35"/>
          <p:cNvGrpSpPr/>
          <p:nvPr/>
        </p:nvGrpSpPr>
        <p:grpSpPr>
          <a:xfrm>
            <a:off x="0" y="0"/>
            <a:ext cx="12192000" cy="6858000"/>
            <a:chOff x="0" y="0"/>
            <a:chExt cx="12192000" cy="6858000"/>
          </a:xfrm>
        </p:grpSpPr>
        <p:sp>
          <p:nvSpPr>
            <p:cNvPr id="229" name="Google Shape;229;p35"/>
            <p:cNvSpPr/>
            <p:nvPr/>
          </p:nvSpPr>
          <p:spPr>
            <a:xfrm>
              <a:off x="0" y="0"/>
              <a:ext cx="12192000" cy="6858000"/>
            </a:xfrm>
            <a:prstGeom prst="rect">
              <a:avLst/>
            </a:prstGeom>
            <a:blipFill rotWithShape="1">
              <a:blip r:embed="rId2">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35"/>
            <p:cNvSpPr/>
            <p:nvPr/>
          </p:nvSpPr>
          <p:spPr>
            <a:xfrm>
              <a:off x="0"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35"/>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35"/>
            <p:cNvSpPr/>
            <p:nvPr/>
          </p:nvSpPr>
          <p:spPr>
            <a:xfrm>
              <a:off x="8609012" y="5867400"/>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35"/>
            <p:cNvSpPr/>
            <p:nvPr/>
          </p:nvSpPr>
          <p:spPr>
            <a:xfrm>
              <a:off x="860901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35"/>
            <p:cNvSpPr/>
            <p:nvPr/>
          </p:nvSpPr>
          <p:spPr>
            <a:xfrm>
              <a:off x="7999412" y="8464"/>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35"/>
            <p:cNvSpPr/>
            <p:nvPr/>
          </p:nvSpPr>
          <p:spPr>
            <a:xfrm>
              <a:off x="414867" y="402165"/>
              <a:ext cx="6510866" cy="60536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35"/>
            <p:cNvSpPr/>
            <p:nvPr/>
          </p:nvSpPr>
          <p:spPr>
            <a:xfrm rot="5101749">
              <a:off x="6294738" y="4577737"/>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35"/>
            <p:cNvSpPr/>
            <p:nvPr/>
          </p:nvSpPr>
          <p:spPr>
            <a:xfrm rot="5400000">
              <a:off x="4449232" y="2801721"/>
              <a:ext cx="6053670" cy="1254558"/>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238" name="Google Shape;238;p35"/>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239" name="Google Shape;239;p35"/>
          <p:cNvSpPr txBox="1"/>
          <p:nvPr>
            <p:ph type="title"/>
          </p:nvPr>
        </p:nvSpPr>
        <p:spPr>
          <a:xfrm rot="5400000">
            <a:off x="6915923" y="2947780"/>
            <a:ext cx="4748590" cy="140996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0" name="Google Shape;240;p35"/>
          <p:cNvSpPr txBox="1"/>
          <p:nvPr>
            <p:ph idx="1" type="body"/>
          </p:nvPr>
        </p:nvSpPr>
        <p:spPr>
          <a:xfrm rot="5400000">
            <a:off x="1908672" y="524749"/>
            <a:ext cx="4748590" cy="6256025"/>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39" lvl="2" marL="1371600" algn="l">
              <a:spcBef>
                <a:spcPts val="1000"/>
              </a:spcBef>
              <a:spcAft>
                <a:spcPts val="0"/>
              </a:spcAft>
              <a:buSzPts val="1440"/>
              <a:buChar char="►"/>
              <a:defRPr/>
            </a:lvl3pPr>
            <a:lvl4pPr indent="-320039" lvl="3" marL="1828800" algn="l">
              <a:spcBef>
                <a:spcPts val="1000"/>
              </a:spcBef>
              <a:spcAft>
                <a:spcPts val="0"/>
              </a:spcAft>
              <a:buSzPts val="1440"/>
              <a:buChar char="►"/>
              <a:defRPr/>
            </a:lvl4pPr>
            <a:lvl5pPr indent="-320039" lvl="4" marL="2286000" algn="l">
              <a:spcBef>
                <a:spcPts val="1000"/>
              </a:spcBef>
              <a:spcAft>
                <a:spcPts val="0"/>
              </a:spcAft>
              <a:buSzPts val="1440"/>
              <a:buChar char="►"/>
              <a:defRPr/>
            </a:lvl5pPr>
            <a:lvl6pPr indent="-320039" lvl="5" marL="2743200" algn="l">
              <a:spcBef>
                <a:spcPts val="1000"/>
              </a:spcBef>
              <a:spcAft>
                <a:spcPts val="0"/>
              </a:spcAft>
              <a:buSzPts val="1440"/>
              <a:buChar char="►"/>
              <a:defRPr/>
            </a:lvl6pPr>
            <a:lvl7pPr indent="-320039"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241" name="Google Shape;241;p35"/>
          <p:cNvSpPr txBox="1"/>
          <p:nvPr>
            <p:ph idx="10" type="dt"/>
          </p:nvPr>
        </p:nvSpPr>
        <p:spPr>
          <a:xfrm>
            <a:off x="10653104" y="6391838"/>
            <a:ext cx="992135" cy="304799"/>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2" name="Google Shape;242;p35"/>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3" name="Google Shape;243;p35"/>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35"/>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2.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grpSp>
        <p:nvGrpSpPr>
          <p:cNvPr id="6" name="Google Shape;6;p18"/>
          <p:cNvGrpSpPr/>
          <p:nvPr/>
        </p:nvGrpSpPr>
        <p:grpSpPr>
          <a:xfrm>
            <a:off x="0" y="0"/>
            <a:ext cx="12192000" cy="6858000"/>
            <a:chOff x="0" y="0"/>
            <a:chExt cx="12192000" cy="6858000"/>
          </a:xfrm>
        </p:grpSpPr>
        <p:sp>
          <p:nvSpPr>
            <p:cNvPr id="7" name="Google Shape;7;p18"/>
            <p:cNvSpPr/>
            <p:nvPr/>
          </p:nvSpPr>
          <p:spPr>
            <a:xfrm>
              <a:off x="0" y="0"/>
              <a:ext cx="12192000" cy="6858000"/>
            </a:xfrm>
            <a:prstGeom prst="rect">
              <a:avLst/>
            </a:prstGeom>
            <a:blipFill rotWithShape="1">
              <a:blip r:embed="rId1">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 name="Google Shape;8;p18"/>
            <p:cNvSpPr/>
            <p:nvPr/>
          </p:nvSpPr>
          <p:spPr>
            <a:xfrm>
              <a:off x="0"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 name="Google Shape;9;p18"/>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 name="Google Shape;10;p18"/>
            <p:cNvSpPr/>
            <p:nvPr/>
          </p:nvSpPr>
          <p:spPr>
            <a:xfrm>
              <a:off x="8609012" y="5867400"/>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18"/>
            <p:cNvSpPr/>
            <p:nvPr/>
          </p:nvSpPr>
          <p:spPr>
            <a:xfrm>
              <a:off x="860901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18"/>
            <p:cNvSpPr/>
            <p:nvPr/>
          </p:nvSpPr>
          <p:spPr>
            <a:xfrm>
              <a:off x="7999412" y="8464"/>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18"/>
            <p:cNvSpPr/>
            <p:nvPr/>
          </p:nvSpPr>
          <p:spPr>
            <a:xfrm rot="-589932">
              <a:off x="8490951" y="1797517"/>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18"/>
            <p:cNvSpPr/>
            <p:nvPr/>
          </p:nvSpPr>
          <p:spPr>
            <a:xfrm>
              <a:off x="459506" y="1866405"/>
              <a:ext cx="11277600" cy="4533900"/>
            </a:xfrm>
            <a:custGeom>
              <a:rect b="b" l="l" r="r" t="t"/>
              <a:pathLst>
                <a:path extrusionOk="0" h="2856" w="7104">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lt1"/>
            </a:solidFill>
            <a:ln>
              <a:noFill/>
            </a:ln>
          </p:spPr>
        </p:sp>
        <p:sp>
          <p:nvSpPr>
            <p:cNvPr id="15" name="Google Shape;15;p18"/>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16" name="Google Shape;16;p18"/>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Clr>
                <a:schemeClr val="lt2"/>
              </a:buClr>
              <a:buSzPts val="3600"/>
              <a:buFont typeface="Century Gothic"/>
              <a:buNone/>
              <a:defRPr b="0" i="0" sz="3600" u="none" cap="none" strike="noStrike">
                <a:solidFill>
                  <a:schemeClr val="lt2"/>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7" name="Google Shape;17;p18"/>
          <p:cNvSpPr txBox="1"/>
          <p:nvPr>
            <p:ph idx="1" type="body"/>
          </p:nvPr>
        </p:nvSpPr>
        <p:spPr>
          <a:xfrm>
            <a:off x="1154954" y="2603500"/>
            <a:ext cx="8761413" cy="3416300"/>
          </a:xfrm>
          <a:prstGeom prst="rect">
            <a:avLst/>
          </a:prstGeom>
          <a:noFill/>
          <a:ln>
            <a:noFill/>
          </a:ln>
        </p:spPr>
        <p:txBody>
          <a:bodyPr anchorCtr="0" anchor="t" bIns="45700" lIns="91425" spcFirstLastPara="1" rIns="91425" wrap="square" tIns="45700">
            <a:normAutofit/>
          </a:bodyPr>
          <a:lstStyle>
            <a:lvl1pPr indent="-320040" lvl="0" marL="457200" marR="0" rtl="0" algn="l">
              <a:spcBef>
                <a:spcPts val="1000"/>
              </a:spcBef>
              <a:spcAft>
                <a:spcPts val="0"/>
              </a:spcAft>
              <a:buClr>
                <a:schemeClr val="accent1"/>
              </a:buClr>
              <a:buSzPts val="1440"/>
              <a:buFont typeface="Noto Sans Symbols"/>
              <a:buChar char="►"/>
              <a:defRPr b="0" i="0" sz="1800" u="none" cap="none" strike="noStrike">
                <a:solidFill>
                  <a:srgbClr val="3F3F3F"/>
                </a:solidFill>
                <a:latin typeface="Century Gothic"/>
                <a:ea typeface="Century Gothic"/>
                <a:cs typeface="Century Gothic"/>
                <a:sym typeface="Century Gothic"/>
              </a:defRPr>
            </a:lvl1pPr>
            <a:lvl2pPr indent="-309880" lvl="1" marL="914400" marR="0" rtl="0" algn="l">
              <a:spcBef>
                <a:spcPts val="1000"/>
              </a:spcBef>
              <a:spcAft>
                <a:spcPts val="0"/>
              </a:spcAft>
              <a:buClr>
                <a:schemeClr val="accent1"/>
              </a:buClr>
              <a:buSzPts val="1280"/>
              <a:buFont typeface="Noto Sans Symbols"/>
              <a:buChar char="►"/>
              <a:defRPr b="0" i="0" sz="1600" u="none" cap="none" strike="noStrike">
                <a:solidFill>
                  <a:srgbClr val="3F3F3F"/>
                </a:solidFill>
                <a:latin typeface="Century Gothic"/>
                <a:ea typeface="Century Gothic"/>
                <a:cs typeface="Century Gothic"/>
                <a:sym typeface="Century Gothic"/>
              </a:defRPr>
            </a:lvl2pPr>
            <a:lvl3pPr indent="-299719" lvl="2" marL="1371600" marR="0" rtl="0" algn="l">
              <a:spcBef>
                <a:spcPts val="1000"/>
              </a:spcBef>
              <a:spcAft>
                <a:spcPts val="0"/>
              </a:spcAft>
              <a:buClr>
                <a:schemeClr val="accent1"/>
              </a:buClr>
              <a:buSzPts val="1120"/>
              <a:buFont typeface="Noto Sans Symbols"/>
              <a:buChar char="►"/>
              <a:defRPr b="0" i="0" sz="1400" u="none" cap="none" strike="noStrike">
                <a:solidFill>
                  <a:srgbClr val="3F3F3F"/>
                </a:solidFill>
                <a:latin typeface="Century Gothic"/>
                <a:ea typeface="Century Gothic"/>
                <a:cs typeface="Century Gothic"/>
                <a:sym typeface="Century Gothic"/>
              </a:defRPr>
            </a:lvl3pPr>
            <a:lvl4pPr indent="-289560" lvl="3" marL="1828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Century Gothic"/>
                <a:ea typeface="Century Gothic"/>
                <a:cs typeface="Century Gothic"/>
                <a:sym typeface="Century Gothic"/>
              </a:defRPr>
            </a:lvl4pPr>
            <a:lvl5pPr indent="-289560" lvl="4" marL="22860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Century Gothic"/>
                <a:ea typeface="Century Gothic"/>
                <a:cs typeface="Century Gothic"/>
                <a:sym typeface="Century Gothic"/>
              </a:defRPr>
            </a:lvl5pPr>
            <a:lvl6pPr indent="-289560" lvl="5" marL="27432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Century Gothic"/>
                <a:ea typeface="Century Gothic"/>
                <a:cs typeface="Century Gothic"/>
                <a:sym typeface="Century Gothic"/>
              </a:defRPr>
            </a:lvl6pPr>
            <a:lvl7pPr indent="-289560" lvl="6" marL="32004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Century Gothic"/>
                <a:ea typeface="Century Gothic"/>
                <a:cs typeface="Century Gothic"/>
                <a:sym typeface="Century Gothic"/>
              </a:defRPr>
            </a:lvl7pPr>
            <a:lvl8pPr indent="-289559" lvl="7" marL="36576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Century Gothic"/>
                <a:ea typeface="Century Gothic"/>
                <a:cs typeface="Century Gothic"/>
                <a:sym typeface="Century Gothic"/>
              </a:defRPr>
            </a:lvl8pPr>
            <a:lvl9pPr indent="-289559" lvl="8" marL="4114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Century Gothic"/>
                <a:ea typeface="Century Gothic"/>
                <a:cs typeface="Century Gothic"/>
                <a:sym typeface="Century Gothic"/>
              </a:defRPr>
            </a:lvl9pPr>
          </a:lstStyle>
          <a:p/>
        </p:txBody>
      </p:sp>
      <p:sp>
        <p:nvSpPr>
          <p:cNvPr id="18" name="Google Shape;18;p18"/>
          <p:cNvSpPr txBox="1"/>
          <p:nvPr>
            <p:ph idx="10" type="dt"/>
          </p:nvPr>
        </p:nvSpPr>
        <p:spPr>
          <a:xfrm>
            <a:off x="10653104" y="6391838"/>
            <a:ext cx="990599" cy="304799"/>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1" i="0" sz="1000" u="none" cap="none" strike="noStrike">
                <a:solidFill>
                  <a:schemeClr val="accent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19" name="Google Shape;19;p18"/>
          <p:cNvSpPr txBox="1"/>
          <p:nvPr>
            <p:ph idx="11" type="ftr"/>
          </p:nvPr>
        </p:nvSpPr>
        <p:spPr>
          <a:xfrm>
            <a:off x="561110" y="6391838"/>
            <a:ext cx="3859795" cy="304801"/>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1" i="0" sz="1000" u="none" cap="none" strike="noStrike">
                <a:solidFill>
                  <a:schemeClr val="accent1"/>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20" name="Google Shape;20;p18"/>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18"/>
          <p:cNvSpPr txBox="1"/>
          <p:nvPr>
            <p:ph idx="12" type="sldNum"/>
          </p:nvPr>
        </p:nvSpPr>
        <p:spPr>
          <a:xfrm>
            <a:off x="10352540" y="295729"/>
            <a:ext cx="838199" cy="767687"/>
          </a:xfrm>
          <a:prstGeom prst="rect">
            <a:avLst/>
          </a:prstGeom>
          <a:noFill/>
          <a:ln>
            <a:noFill/>
          </a:ln>
        </p:spPr>
        <p:txBody>
          <a:bodyPr anchorCtr="0" anchor="b" bIns="45700" lIns="91425" spcFirstLastPara="1" rIns="91425" wrap="square" tIns="45700">
            <a:noAutofit/>
          </a:bodyPr>
          <a:lstStyle>
            <a:lvl1pPr indent="0" lvl="0" marL="0" marR="0" rtl="0" algn="ctr">
              <a:spcBef>
                <a:spcPts val="0"/>
              </a:spcBef>
              <a:buNone/>
              <a:defRPr b="0" i="0" sz="2800" u="none" cap="none" strike="noStrike">
                <a:solidFill>
                  <a:schemeClr val="lt1"/>
                </a:solidFill>
                <a:latin typeface="Century Gothic"/>
                <a:ea typeface="Century Gothic"/>
                <a:cs typeface="Century Gothic"/>
                <a:sym typeface="Century Gothic"/>
              </a:defRPr>
            </a:lvl1pPr>
            <a:lvl2pPr indent="0" lvl="1" marL="0" marR="0" rtl="0" algn="ctr">
              <a:spcBef>
                <a:spcPts val="0"/>
              </a:spcBef>
              <a:buNone/>
              <a:defRPr b="0" i="0" sz="2800" u="none" cap="none" strike="noStrike">
                <a:solidFill>
                  <a:schemeClr val="lt1"/>
                </a:solidFill>
                <a:latin typeface="Century Gothic"/>
                <a:ea typeface="Century Gothic"/>
                <a:cs typeface="Century Gothic"/>
                <a:sym typeface="Century Gothic"/>
              </a:defRPr>
            </a:lvl2pPr>
            <a:lvl3pPr indent="0" lvl="2" marL="0" marR="0" rtl="0" algn="ctr">
              <a:spcBef>
                <a:spcPts val="0"/>
              </a:spcBef>
              <a:buNone/>
              <a:defRPr b="0" i="0" sz="2800" u="none" cap="none" strike="noStrike">
                <a:solidFill>
                  <a:schemeClr val="lt1"/>
                </a:solidFill>
                <a:latin typeface="Century Gothic"/>
                <a:ea typeface="Century Gothic"/>
                <a:cs typeface="Century Gothic"/>
                <a:sym typeface="Century Gothic"/>
              </a:defRPr>
            </a:lvl3pPr>
            <a:lvl4pPr indent="0" lvl="3" marL="0" marR="0" rtl="0" algn="ctr">
              <a:spcBef>
                <a:spcPts val="0"/>
              </a:spcBef>
              <a:buNone/>
              <a:defRPr b="0" i="0" sz="2800" u="none" cap="none" strike="noStrike">
                <a:solidFill>
                  <a:schemeClr val="lt1"/>
                </a:solidFill>
                <a:latin typeface="Century Gothic"/>
                <a:ea typeface="Century Gothic"/>
                <a:cs typeface="Century Gothic"/>
                <a:sym typeface="Century Gothic"/>
              </a:defRPr>
            </a:lvl4pPr>
            <a:lvl5pPr indent="0" lvl="4" marL="0" marR="0" rtl="0" algn="ctr">
              <a:spcBef>
                <a:spcPts val="0"/>
              </a:spcBef>
              <a:buNone/>
              <a:defRPr b="0" i="0" sz="2800" u="none" cap="none" strike="noStrike">
                <a:solidFill>
                  <a:schemeClr val="lt1"/>
                </a:solidFill>
                <a:latin typeface="Century Gothic"/>
                <a:ea typeface="Century Gothic"/>
                <a:cs typeface="Century Gothic"/>
                <a:sym typeface="Century Gothic"/>
              </a:defRPr>
            </a:lvl5pPr>
            <a:lvl6pPr indent="0" lvl="5" marL="0" marR="0" rtl="0" algn="ctr">
              <a:spcBef>
                <a:spcPts val="0"/>
              </a:spcBef>
              <a:buNone/>
              <a:defRPr b="0" i="0" sz="2800" u="none" cap="none" strike="noStrike">
                <a:solidFill>
                  <a:schemeClr val="lt1"/>
                </a:solidFill>
                <a:latin typeface="Century Gothic"/>
                <a:ea typeface="Century Gothic"/>
                <a:cs typeface="Century Gothic"/>
                <a:sym typeface="Century Gothic"/>
              </a:defRPr>
            </a:lvl6pPr>
            <a:lvl7pPr indent="0" lvl="6" marL="0" marR="0" rtl="0" algn="ctr">
              <a:spcBef>
                <a:spcPts val="0"/>
              </a:spcBef>
              <a:buNone/>
              <a:defRPr b="0" i="0" sz="2800" u="none" cap="none" strike="noStrike">
                <a:solidFill>
                  <a:schemeClr val="lt1"/>
                </a:solidFill>
                <a:latin typeface="Century Gothic"/>
                <a:ea typeface="Century Gothic"/>
                <a:cs typeface="Century Gothic"/>
                <a:sym typeface="Century Gothic"/>
              </a:defRPr>
            </a:lvl7pPr>
            <a:lvl8pPr indent="0" lvl="7" marL="0" marR="0" rtl="0" algn="ctr">
              <a:spcBef>
                <a:spcPts val="0"/>
              </a:spcBef>
              <a:buNone/>
              <a:defRPr b="0" i="0" sz="2800" u="none" cap="none" strike="noStrike">
                <a:solidFill>
                  <a:schemeClr val="lt1"/>
                </a:solidFill>
                <a:latin typeface="Century Gothic"/>
                <a:ea typeface="Century Gothic"/>
                <a:cs typeface="Century Gothic"/>
                <a:sym typeface="Century Gothic"/>
              </a:defRPr>
            </a:lvl8pPr>
            <a:lvl9pPr indent="0" lvl="8" marL="0" marR="0" rtl="0" algn="ctr">
              <a:spcBef>
                <a:spcPts val="0"/>
              </a:spcBef>
              <a:buNone/>
              <a:defRPr b="0" i="0" sz="2800" u="none" cap="none" strike="noStrike">
                <a:solidFill>
                  <a:schemeClr val="lt1"/>
                </a:solidFill>
                <a:latin typeface="Century Gothic"/>
                <a:ea typeface="Century Gothic"/>
                <a:cs typeface="Century Gothic"/>
                <a:sym typeface="Century Gothic"/>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0" Type="http://schemas.openxmlformats.org/officeDocument/2006/relationships/image" Target="../media/image11.png"/><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10.png"/><Relationship Id="rId9" Type="http://schemas.openxmlformats.org/officeDocument/2006/relationships/image" Target="../media/image6.png"/><Relationship Id="rId5" Type="http://schemas.openxmlformats.org/officeDocument/2006/relationships/image" Target="../media/image4.png"/><Relationship Id="rId6" Type="http://schemas.openxmlformats.org/officeDocument/2006/relationships/image" Target="../media/image17.png"/><Relationship Id="rId7" Type="http://schemas.openxmlformats.org/officeDocument/2006/relationships/image" Target="../media/image7.png"/><Relationship Id="rId8"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16.png"/><Relationship Id="rId5" Type="http://schemas.openxmlformats.org/officeDocument/2006/relationships/image" Target="../media/image1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8" name="Shape 248"/>
        <p:cNvGrpSpPr/>
        <p:nvPr/>
      </p:nvGrpSpPr>
      <p:grpSpPr>
        <a:xfrm>
          <a:off x="0" y="0"/>
          <a:ext cx="0" cy="0"/>
          <a:chOff x="0" y="0"/>
          <a:chExt cx="0" cy="0"/>
        </a:xfrm>
      </p:grpSpPr>
      <p:grpSp>
        <p:nvGrpSpPr>
          <p:cNvPr id="249" name="Google Shape;249;p1"/>
          <p:cNvGrpSpPr/>
          <p:nvPr/>
        </p:nvGrpSpPr>
        <p:grpSpPr>
          <a:xfrm>
            <a:off x="0" y="0"/>
            <a:ext cx="12192000" cy="6858000"/>
            <a:chOff x="0" y="0"/>
            <a:chExt cx="12192000" cy="6858000"/>
          </a:xfrm>
        </p:grpSpPr>
        <p:sp>
          <p:nvSpPr>
            <p:cNvPr id="250" name="Google Shape;250;p1"/>
            <p:cNvSpPr/>
            <p:nvPr/>
          </p:nvSpPr>
          <p:spPr>
            <a:xfrm>
              <a:off x="0" y="0"/>
              <a:ext cx="12192000" cy="6858000"/>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
            <p:cNvSpPr/>
            <p:nvPr/>
          </p:nvSpPr>
          <p:spPr>
            <a:xfrm>
              <a:off x="0"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
            <p:cNvSpPr/>
            <p:nvPr/>
          </p:nvSpPr>
          <p:spPr>
            <a:xfrm>
              <a:off x="8609012" y="5867400"/>
              <a:ext cx="990600" cy="990600"/>
            </a:xfrm>
            <a:prstGeom prst="ellipse">
              <a:avLst/>
            </a:prstGeom>
            <a:gradFill>
              <a:gsLst>
                <a:gs pos="0">
                  <a:srgbClr val="9B6BF2">
                    <a:alpha val="13725"/>
                  </a:srgbClr>
                </a:gs>
                <a:gs pos="36000">
                  <a:srgbClr val="9B6BF2">
                    <a:alpha val="6666"/>
                  </a:srgbClr>
                </a:gs>
                <a:gs pos="66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
            <p:cNvSpPr/>
            <p:nvPr/>
          </p:nvSpPr>
          <p:spPr>
            <a:xfrm>
              <a:off x="8609012" y="1676400"/>
              <a:ext cx="2819400" cy="2819400"/>
            </a:xfrm>
            <a:prstGeom prst="ellipse">
              <a:avLst/>
            </a:prstGeom>
            <a:gradFill>
              <a:gsLst>
                <a:gs pos="0">
                  <a:srgbClr val="9B6BF2">
                    <a:alpha val="6666"/>
                  </a:srgbClr>
                </a:gs>
                <a:gs pos="36000">
                  <a:srgbClr val="9B6BF2">
                    <a:alpha val="5882"/>
                  </a:srgbClr>
                </a:gs>
                <a:gs pos="69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1"/>
            <p:cNvSpPr/>
            <p:nvPr/>
          </p:nvSpPr>
          <p:spPr>
            <a:xfrm>
              <a:off x="7999412" y="8464"/>
              <a:ext cx="1600200" cy="1600200"/>
            </a:xfrm>
            <a:prstGeom prst="ellipse">
              <a:avLst/>
            </a:prstGeom>
            <a:gradFill>
              <a:gsLst>
                <a:gs pos="0">
                  <a:srgbClr val="9B6BF2">
                    <a:alpha val="13725"/>
                  </a:srgbClr>
                </a:gs>
                <a:gs pos="36000">
                  <a:srgbClr val="9B6BF2">
                    <a:alpha val="6666"/>
                  </a:srgbClr>
                </a:gs>
                <a:gs pos="73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
            <p:cNvSpPr/>
            <p:nvPr/>
          </p:nvSpPr>
          <p:spPr>
            <a:xfrm rot="-589932">
              <a:off x="8490951" y="1797517"/>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
            <p:cNvSpPr/>
            <p:nvPr/>
          </p:nvSpPr>
          <p:spPr>
            <a:xfrm>
              <a:off x="459506" y="1866405"/>
              <a:ext cx="11277600" cy="4533900"/>
            </a:xfrm>
            <a:custGeom>
              <a:rect b="b" l="l" r="r" t="t"/>
              <a:pathLst>
                <a:path extrusionOk="0" h="2856" w="7104">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lt1"/>
            </a:solidFill>
            <a:ln>
              <a:noFill/>
            </a:ln>
          </p:spPr>
        </p:sp>
        <p:sp>
          <p:nvSpPr>
            <p:cNvPr id="258" name="Google Shape;258;p1"/>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259" name="Google Shape;259;p1"/>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
          <p:cNvSpPr/>
          <p:nvPr/>
        </p:nvSpPr>
        <p:spPr>
          <a:xfrm>
            <a:off x="0" y="0"/>
            <a:ext cx="12192000" cy="6858000"/>
          </a:xfrm>
          <a:prstGeom prst="rect">
            <a:avLst/>
          </a:prstGeom>
          <a:solidFill>
            <a:srgbClr val="2626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entury Gothic"/>
              <a:ea typeface="Century Gothic"/>
              <a:cs typeface="Century Gothic"/>
              <a:sym typeface="Century Gothic"/>
            </a:endParaRPr>
          </a:p>
        </p:txBody>
      </p:sp>
      <p:sp>
        <p:nvSpPr>
          <p:cNvPr id="261" name="Google Shape;261;p1"/>
          <p:cNvSpPr/>
          <p:nvPr/>
        </p:nvSpPr>
        <p:spPr>
          <a:xfrm rot="-589932">
            <a:off x="8490951" y="1797517"/>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262" name="Google Shape;262;p1"/>
          <p:cNvSpPr/>
          <p:nvPr/>
        </p:nvSpPr>
        <p:spPr>
          <a:xfrm>
            <a:off x="0" y="1780041"/>
            <a:ext cx="12192000" cy="5077959"/>
          </a:xfrm>
          <a:custGeom>
            <a:rect b="b" l="l" r="r" t="t"/>
            <a:pathLst>
              <a:path extrusionOk="0" h="5077959" w="12192000">
                <a:moveTo>
                  <a:pt x="12192000" y="0"/>
                </a:moveTo>
                <a:lnTo>
                  <a:pt x="12192000" y="1972152"/>
                </a:lnTo>
                <a:lnTo>
                  <a:pt x="12192000" y="2361342"/>
                </a:lnTo>
                <a:lnTo>
                  <a:pt x="12192000" y="5077959"/>
                </a:lnTo>
                <a:lnTo>
                  <a:pt x="0" y="5077959"/>
                </a:lnTo>
                <a:lnTo>
                  <a:pt x="0" y="2361342"/>
                </a:lnTo>
                <a:lnTo>
                  <a:pt x="0" y="1972152"/>
                </a:lnTo>
                <a:lnTo>
                  <a:pt x="0" y="12515"/>
                </a:lnTo>
                <a:lnTo>
                  <a:pt x="108623" y="29540"/>
                </a:lnTo>
                <a:lnTo>
                  <a:pt x="300195" y="56163"/>
                </a:lnTo>
                <a:lnTo>
                  <a:pt x="527528" y="88041"/>
                </a:lnTo>
                <a:lnTo>
                  <a:pt x="779127" y="121671"/>
                </a:lnTo>
                <a:lnTo>
                  <a:pt x="1062654" y="157052"/>
                </a:lnTo>
                <a:lnTo>
                  <a:pt x="1371726" y="194535"/>
                </a:lnTo>
                <a:lnTo>
                  <a:pt x="1707616" y="232018"/>
                </a:lnTo>
                <a:lnTo>
                  <a:pt x="2065219" y="270201"/>
                </a:lnTo>
                <a:lnTo>
                  <a:pt x="2450918" y="305583"/>
                </a:lnTo>
                <a:lnTo>
                  <a:pt x="2854496" y="339562"/>
                </a:lnTo>
                <a:lnTo>
                  <a:pt x="3281065" y="370390"/>
                </a:lnTo>
                <a:lnTo>
                  <a:pt x="3725514" y="399815"/>
                </a:lnTo>
                <a:lnTo>
                  <a:pt x="4189119" y="427490"/>
                </a:lnTo>
                <a:lnTo>
                  <a:pt x="4426671" y="437298"/>
                </a:lnTo>
                <a:lnTo>
                  <a:pt x="4669330" y="448158"/>
                </a:lnTo>
                <a:lnTo>
                  <a:pt x="4915819" y="458317"/>
                </a:lnTo>
                <a:lnTo>
                  <a:pt x="5163586" y="464973"/>
                </a:lnTo>
                <a:lnTo>
                  <a:pt x="5416461" y="470928"/>
                </a:lnTo>
                <a:lnTo>
                  <a:pt x="5671892" y="477234"/>
                </a:lnTo>
                <a:lnTo>
                  <a:pt x="5932430" y="481437"/>
                </a:lnTo>
                <a:lnTo>
                  <a:pt x="6195523" y="481437"/>
                </a:lnTo>
                <a:lnTo>
                  <a:pt x="6461170" y="483539"/>
                </a:lnTo>
                <a:lnTo>
                  <a:pt x="6729372" y="481437"/>
                </a:lnTo>
                <a:lnTo>
                  <a:pt x="7001406" y="477234"/>
                </a:lnTo>
                <a:lnTo>
                  <a:pt x="7273439" y="473380"/>
                </a:lnTo>
                <a:lnTo>
                  <a:pt x="7549303" y="464973"/>
                </a:lnTo>
                <a:lnTo>
                  <a:pt x="7827722" y="456215"/>
                </a:lnTo>
                <a:lnTo>
                  <a:pt x="8106140" y="446056"/>
                </a:lnTo>
                <a:lnTo>
                  <a:pt x="8387114" y="431694"/>
                </a:lnTo>
                <a:lnTo>
                  <a:pt x="8670640" y="414528"/>
                </a:lnTo>
                <a:lnTo>
                  <a:pt x="8955446" y="398064"/>
                </a:lnTo>
                <a:lnTo>
                  <a:pt x="9240250" y="377045"/>
                </a:lnTo>
                <a:lnTo>
                  <a:pt x="9528886" y="351823"/>
                </a:lnTo>
                <a:lnTo>
                  <a:pt x="9813691" y="326601"/>
                </a:lnTo>
                <a:lnTo>
                  <a:pt x="10103603" y="297525"/>
                </a:lnTo>
                <a:lnTo>
                  <a:pt x="10394794" y="265647"/>
                </a:lnTo>
                <a:lnTo>
                  <a:pt x="10682153" y="232018"/>
                </a:lnTo>
                <a:lnTo>
                  <a:pt x="10973344" y="192783"/>
                </a:lnTo>
                <a:lnTo>
                  <a:pt x="11263257" y="150746"/>
                </a:lnTo>
                <a:lnTo>
                  <a:pt x="11554448" y="109060"/>
                </a:lnTo>
                <a:lnTo>
                  <a:pt x="11844360" y="60367"/>
                </a:lnTo>
                <a:lnTo>
                  <a:pt x="12132996" y="10623"/>
                </a:lnTo>
                <a:close/>
              </a:path>
            </a:pathLst>
          </a:cu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263" name="Google Shape;263;p1"/>
          <p:cNvSpPr/>
          <p:nvPr/>
        </p:nvSpPr>
        <p:spPr>
          <a:xfrm>
            <a:off x="0" y="0"/>
            <a:ext cx="12192000" cy="6858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accent1"/>
          </a:solidFill>
          <a:ln>
            <a:noFill/>
          </a:ln>
        </p:spPr>
      </p:sp>
      <p:sp>
        <p:nvSpPr>
          <p:cNvPr id="265" name="Google Shape;265;p1"/>
          <p:cNvSpPr txBox="1"/>
          <p:nvPr>
            <p:ph type="ctrTitle"/>
          </p:nvPr>
        </p:nvSpPr>
        <p:spPr>
          <a:xfrm>
            <a:off x="1683171" y="838200"/>
            <a:ext cx="8825659" cy="977902"/>
          </a:xfrm>
          <a:prstGeom prst="rect">
            <a:avLst/>
          </a:prstGeom>
          <a:noFill/>
          <a:ln>
            <a:noFill/>
          </a:ln>
        </p:spPr>
        <p:txBody>
          <a:bodyPr anchorCtr="0" anchor="ctr" bIns="45700" lIns="91425" spcFirstLastPara="1" rIns="91425" wrap="square" tIns="45700">
            <a:normAutofit fontScale="90000"/>
          </a:bodyPr>
          <a:lstStyle/>
          <a:p>
            <a:pPr indent="0" lvl="0" marL="1866900" marR="2692400" rtl="0" algn="ctr">
              <a:lnSpc>
                <a:spcPct val="90000"/>
              </a:lnSpc>
              <a:spcBef>
                <a:spcPts val="0"/>
              </a:spcBef>
              <a:spcAft>
                <a:spcPts val="0"/>
              </a:spcAft>
              <a:buClr>
                <a:srgbClr val="EBEBEB"/>
              </a:buClr>
              <a:buSzPct val="100000"/>
              <a:buFont typeface="Century Gothic"/>
              <a:buNone/>
            </a:pPr>
            <a:br>
              <a:rPr lang="en-US" sz="900">
                <a:solidFill>
                  <a:srgbClr val="EBEBEB"/>
                </a:solidFill>
              </a:rPr>
            </a:br>
            <a:br>
              <a:rPr lang="en-US" sz="900">
                <a:solidFill>
                  <a:srgbClr val="EBEBEB"/>
                </a:solidFill>
              </a:rPr>
            </a:br>
            <a:br>
              <a:rPr lang="en-US" sz="900">
                <a:solidFill>
                  <a:srgbClr val="EBEBEB"/>
                </a:solidFill>
              </a:rPr>
            </a:br>
            <a:br>
              <a:rPr lang="en-US" sz="900">
                <a:solidFill>
                  <a:srgbClr val="EBEBEB"/>
                </a:solidFill>
              </a:rPr>
            </a:br>
            <a:r>
              <a:rPr lang="en-US" sz="3100">
                <a:solidFill>
                  <a:srgbClr val="EBEBEB"/>
                </a:solidFill>
                <a:latin typeface="Times New Roman"/>
                <a:ea typeface="Times New Roman"/>
                <a:cs typeface="Times New Roman"/>
                <a:sym typeface="Times New Roman"/>
              </a:rPr>
              <a:t>URDU MACHINE READING COMPREHENSION</a:t>
            </a:r>
            <a:br>
              <a:rPr lang="en-US" sz="3100">
                <a:solidFill>
                  <a:srgbClr val="EBEBEB"/>
                </a:solidFill>
                <a:latin typeface="Times New Roman"/>
                <a:ea typeface="Times New Roman"/>
                <a:cs typeface="Times New Roman"/>
                <a:sym typeface="Times New Roman"/>
              </a:rPr>
            </a:br>
            <a:r>
              <a:rPr lang="en-US" sz="3100">
                <a:solidFill>
                  <a:srgbClr val="EBEBEB"/>
                </a:solidFill>
                <a:latin typeface="Times New Roman"/>
                <a:ea typeface="Times New Roman"/>
                <a:cs typeface="Times New Roman"/>
                <a:sym typeface="Times New Roman"/>
              </a:rPr>
              <a:t>(Research Based Project)</a:t>
            </a:r>
            <a:br>
              <a:rPr lang="en-US" sz="900">
                <a:solidFill>
                  <a:srgbClr val="EBEBEB"/>
                </a:solidFill>
              </a:rPr>
            </a:br>
            <a:r>
              <a:rPr lang="en-US" sz="900">
                <a:solidFill>
                  <a:srgbClr val="EBEBEB"/>
                </a:solidFill>
              </a:rPr>
              <a:t> </a:t>
            </a:r>
            <a:br>
              <a:rPr lang="en-US" sz="900">
                <a:solidFill>
                  <a:srgbClr val="EBEBEB"/>
                </a:solidFill>
              </a:rPr>
            </a:br>
            <a:endParaRPr sz="900">
              <a:solidFill>
                <a:srgbClr val="EBEBEB"/>
              </a:solidFill>
            </a:endParaRPr>
          </a:p>
        </p:txBody>
      </p:sp>
      <p:sp>
        <p:nvSpPr>
          <p:cNvPr id="266" name="Google Shape;266;p1"/>
          <p:cNvSpPr txBox="1"/>
          <p:nvPr>
            <p:ph idx="1" type="subTitle"/>
          </p:nvPr>
        </p:nvSpPr>
        <p:spPr>
          <a:xfrm>
            <a:off x="1683171" y="2757942"/>
            <a:ext cx="8825659" cy="326185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00"/>
              <a:buFont typeface="Noto Sans Symbols"/>
              <a:buChar char="►"/>
            </a:pPr>
            <a:r>
              <a:rPr b="1" lang="en-US" sz="2000">
                <a:solidFill>
                  <a:srgbClr val="404040"/>
                </a:solidFill>
              </a:rPr>
              <a:t>GROUP MEMBERS:</a:t>
            </a:r>
            <a:endParaRPr/>
          </a:p>
          <a:p>
            <a:pPr indent="0" lvl="0" marL="0" rtl="0" algn="l">
              <a:spcBef>
                <a:spcPts val="1000"/>
              </a:spcBef>
              <a:spcAft>
                <a:spcPts val="0"/>
              </a:spcAft>
              <a:buSzPts val="1600"/>
              <a:buFont typeface="Noto Sans Symbols"/>
              <a:buChar char="►"/>
            </a:pPr>
            <a:r>
              <a:rPr lang="en-US" sz="2000">
                <a:solidFill>
                  <a:srgbClr val="404040"/>
                </a:solidFill>
                <a:latin typeface="Times New Roman"/>
                <a:ea typeface="Times New Roman"/>
                <a:cs typeface="Times New Roman"/>
                <a:sym typeface="Times New Roman"/>
              </a:rPr>
              <a:t>22-10457 (ERAJ KHURSHID)</a:t>
            </a:r>
            <a:endParaRPr/>
          </a:p>
          <a:p>
            <a:pPr indent="0" lvl="0" marL="0" rtl="0" algn="l">
              <a:spcBef>
                <a:spcPts val="1000"/>
              </a:spcBef>
              <a:spcAft>
                <a:spcPts val="0"/>
              </a:spcAft>
              <a:buSzPts val="1600"/>
              <a:buFont typeface="Noto Sans Symbols"/>
              <a:buChar char="►"/>
            </a:pPr>
            <a:r>
              <a:rPr lang="en-US" sz="2000">
                <a:solidFill>
                  <a:srgbClr val="404040"/>
                </a:solidFill>
                <a:latin typeface="Times New Roman"/>
                <a:ea typeface="Times New Roman"/>
                <a:cs typeface="Times New Roman"/>
                <a:sym typeface="Times New Roman"/>
              </a:rPr>
              <a:t>22-10391 (SALMAN ANWAR)</a:t>
            </a:r>
            <a:endParaRPr/>
          </a:p>
          <a:p>
            <a:pPr indent="0" lvl="0" marL="0" rtl="0" algn="l">
              <a:spcBef>
                <a:spcPts val="1000"/>
              </a:spcBef>
              <a:spcAft>
                <a:spcPts val="0"/>
              </a:spcAft>
              <a:buSzPts val="1600"/>
              <a:buFont typeface="Noto Sans Symbols"/>
              <a:buChar char="►"/>
            </a:pPr>
            <a:r>
              <a:rPr lang="en-US" sz="2000">
                <a:solidFill>
                  <a:srgbClr val="404040"/>
                </a:solidFill>
                <a:latin typeface="Times New Roman"/>
                <a:ea typeface="Times New Roman"/>
                <a:cs typeface="Times New Roman"/>
                <a:sym typeface="Times New Roman"/>
              </a:rPr>
              <a:t>22-10582 (ZAREK ASIF)</a:t>
            </a:r>
            <a:endParaRPr/>
          </a:p>
          <a:p>
            <a:pPr indent="0" lvl="0" marL="0" rtl="0" algn="l">
              <a:spcBef>
                <a:spcPts val="1000"/>
              </a:spcBef>
              <a:spcAft>
                <a:spcPts val="0"/>
              </a:spcAft>
              <a:buSzPts val="1600"/>
              <a:buFont typeface="Noto Sans Symbols"/>
              <a:buChar char="►"/>
            </a:pPr>
            <a:r>
              <a:rPr b="1" lang="en-US" sz="2000">
                <a:solidFill>
                  <a:srgbClr val="404040"/>
                </a:solidFill>
                <a:latin typeface="Times New Roman"/>
                <a:ea typeface="Times New Roman"/>
                <a:cs typeface="Times New Roman"/>
                <a:sym typeface="Times New Roman"/>
              </a:rPr>
              <a:t>PRIMARY ADVISER: </a:t>
            </a:r>
            <a:r>
              <a:rPr lang="en-US" sz="2000">
                <a:solidFill>
                  <a:srgbClr val="404040"/>
                </a:solidFill>
                <a:latin typeface="Times New Roman"/>
                <a:ea typeface="Times New Roman"/>
                <a:cs typeface="Times New Roman"/>
                <a:sym typeface="Times New Roman"/>
              </a:rPr>
              <a:t>SIR ALI FAHEEM</a:t>
            </a:r>
            <a:endParaRPr/>
          </a:p>
          <a:p>
            <a:pPr indent="0" lvl="0" marL="0" rtl="0" algn="l">
              <a:spcBef>
                <a:spcPts val="1000"/>
              </a:spcBef>
              <a:spcAft>
                <a:spcPts val="0"/>
              </a:spcAft>
              <a:buSzPts val="1600"/>
              <a:buFont typeface="Noto Sans Symbols"/>
              <a:buChar char="►"/>
            </a:pPr>
            <a:r>
              <a:rPr b="1" lang="en-US" sz="2000">
                <a:solidFill>
                  <a:srgbClr val="404040"/>
                </a:solidFill>
                <a:latin typeface="Times New Roman"/>
                <a:ea typeface="Times New Roman"/>
                <a:cs typeface="Times New Roman"/>
                <a:sym typeface="Times New Roman"/>
              </a:rPr>
              <a:t>SECONDARY ADVISER:  </a:t>
            </a:r>
            <a:r>
              <a:rPr lang="en-US" sz="2000">
                <a:solidFill>
                  <a:srgbClr val="404040"/>
                </a:solidFill>
                <a:latin typeface="Times New Roman"/>
                <a:ea typeface="Times New Roman"/>
                <a:cs typeface="Times New Roman"/>
                <a:sym typeface="Times New Roman"/>
              </a:rPr>
              <a:t>SIR AKHEEM YOUSAF</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0" name="Shape 270"/>
        <p:cNvGrpSpPr/>
        <p:nvPr/>
      </p:nvGrpSpPr>
      <p:grpSpPr>
        <a:xfrm>
          <a:off x="0" y="0"/>
          <a:ext cx="0" cy="0"/>
          <a:chOff x="0" y="0"/>
          <a:chExt cx="0" cy="0"/>
        </a:xfrm>
      </p:grpSpPr>
      <p:sp>
        <p:nvSpPr>
          <p:cNvPr id="271" name="Google Shape;271;p2"/>
          <p:cNvSpPr txBox="1"/>
          <p:nvPr>
            <p:ph type="title"/>
          </p:nvPr>
        </p:nvSpPr>
        <p:spPr>
          <a:xfrm>
            <a:off x="842597" y="266246"/>
            <a:ext cx="10197494" cy="109945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lt2"/>
              </a:buClr>
              <a:buSzPts val="3600"/>
              <a:buFont typeface="Century Gothic"/>
              <a:buNone/>
            </a:pPr>
            <a:r>
              <a:rPr lang="en-US"/>
              <a:t>OVERVIEW</a:t>
            </a:r>
            <a:endParaRPr/>
          </a:p>
        </p:txBody>
      </p:sp>
      <p:grpSp>
        <p:nvGrpSpPr>
          <p:cNvPr id="272" name="Google Shape;272;p2"/>
          <p:cNvGrpSpPr/>
          <p:nvPr/>
        </p:nvGrpSpPr>
        <p:grpSpPr>
          <a:xfrm>
            <a:off x="1697425" y="1950332"/>
            <a:ext cx="8797148" cy="4089902"/>
            <a:chOff x="410492" y="1789"/>
            <a:chExt cx="8797148" cy="4089902"/>
          </a:xfrm>
        </p:grpSpPr>
        <p:sp>
          <p:nvSpPr>
            <p:cNvPr id="273" name="Google Shape;273;p2"/>
            <p:cNvSpPr/>
            <p:nvPr/>
          </p:nvSpPr>
          <p:spPr>
            <a:xfrm>
              <a:off x="711447" y="1789"/>
              <a:ext cx="941449" cy="941449"/>
            </a:xfrm>
            <a:prstGeom prst="round2DiagRect">
              <a:avLst>
                <a:gd fmla="val 29727" name="adj1"/>
                <a:gd fmla="val 0" name="adj2"/>
              </a:avLst>
            </a:prstGeom>
            <a:solidFill>
              <a:srgbClr val="E33B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
            <p:cNvSpPr/>
            <p:nvPr/>
          </p:nvSpPr>
          <p:spPr>
            <a:xfrm>
              <a:off x="912084" y="202426"/>
              <a:ext cx="540175" cy="540175"/>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
            <p:cNvSpPr/>
            <p:nvPr/>
          </p:nvSpPr>
          <p:spPr>
            <a:xfrm>
              <a:off x="410492" y="1236477"/>
              <a:ext cx="1543359" cy="617343"/>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
            <p:cNvSpPr txBox="1"/>
            <p:nvPr/>
          </p:nvSpPr>
          <p:spPr>
            <a:xfrm>
              <a:off x="410492" y="1236477"/>
              <a:ext cx="1543359" cy="617343"/>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dk1"/>
                </a:buClr>
                <a:buSzPts val="1500"/>
                <a:buFont typeface="Century Gothic"/>
                <a:buNone/>
              </a:pPr>
              <a:r>
                <a:rPr lang="en-US" sz="1500" cap="none">
                  <a:solidFill>
                    <a:schemeClr val="dk1"/>
                  </a:solidFill>
                  <a:latin typeface="Century Gothic"/>
                  <a:ea typeface="Century Gothic"/>
                  <a:cs typeface="Century Gothic"/>
                  <a:sym typeface="Century Gothic"/>
                </a:rPr>
                <a:t>PROBLEM STATEMENT</a:t>
              </a:r>
              <a:endParaRPr/>
            </a:p>
          </p:txBody>
        </p:sp>
        <p:sp>
          <p:nvSpPr>
            <p:cNvPr id="277" name="Google Shape;277;p2"/>
            <p:cNvSpPr/>
            <p:nvPr/>
          </p:nvSpPr>
          <p:spPr>
            <a:xfrm>
              <a:off x="2524894" y="1789"/>
              <a:ext cx="941449" cy="941449"/>
            </a:xfrm>
            <a:prstGeom prst="round2DiagRect">
              <a:avLst>
                <a:gd fmla="val 29727"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2"/>
            <p:cNvSpPr/>
            <p:nvPr/>
          </p:nvSpPr>
          <p:spPr>
            <a:xfrm>
              <a:off x="2725531" y="202426"/>
              <a:ext cx="540175" cy="540175"/>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
            <p:cNvSpPr/>
            <p:nvPr/>
          </p:nvSpPr>
          <p:spPr>
            <a:xfrm>
              <a:off x="2223939" y="1236477"/>
              <a:ext cx="1543359" cy="617343"/>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
            <p:cNvSpPr txBox="1"/>
            <p:nvPr/>
          </p:nvSpPr>
          <p:spPr>
            <a:xfrm>
              <a:off x="2223939" y="1236477"/>
              <a:ext cx="1543359" cy="617343"/>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dk1"/>
                </a:buClr>
                <a:buSzPts val="1500"/>
                <a:buFont typeface="Century Gothic"/>
                <a:buNone/>
              </a:pPr>
              <a:r>
                <a:rPr lang="en-US" sz="1500" cap="none">
                  <a:solidFill>
                    <a:schemeClr val="dk1"/>
                  </a:solidFill>
                  <a:latin typeface="Century Gothic"/>
                  <a:ea typeface="Century Gothic"/>
                  <a:cs typeface="Century Gothic"/>
                  <a:sym typeface="Century Gothic"/>
                </a:rPr>
                <a:t>LITERATURE REVIEW</a:t>
              </a:r>
              <a:endParaRPr/>
            </a:p>
          </p:txBody>
        </p:sp>
        <p:sp>
          <p:nvSpPr>
            <p:cNvPr id="281" name="Google Shape;281;p2"/>
            <p:cNvSpPr/>
            <p:nvPr/>
          </p:nvSpPr>
          <p:spPr>
            <a:xfrm>
              <a:off x="4338341" y="1789"/>
              <a:ext cx="941449" cy="941449"/>
            </a:xfrm>
            <a:prstGeom prst="round2DiagRect">
              <a:avLst>
                <a:gd fmla="val 29727" name="adj1"/>
                <a:gd fmla="val 0" name="adj2"/>
              </a:avLst>
            </a:prstGeom>
            <a:solidFill>
              <a:srgbClr val="E69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
            <p:cNvSpPr/>
            <p:nvPr/>
          </p:nvSpPr>
          <p:spPr>
            <a:xfrm>
              <a:off x="4538978" y="202426"/>
              <a:ext cx="540175" cy="540175"/>
            </a:xfrm>
            <a:prstGeom prst="rect">
              <a:avLst/>
            </a:prstGeom>
            <a:blipFill rotWithShape="1">
              <a:blip r:embed="rId5">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
            <p:cNvSpPr/>
            <p:nvPr/>
          </p:nvSpPr>
          <p:spPr>
            <a:xfrm>
              <a:off x="4037386" y="1236477"/>
              <a:ext cx="1543359" cy="617343"/>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2"/>
            <p:cNvSpPr txBox="1"/>
            <p:nvPr/>
          </p:nvSpPr>
          <p:spPr>
            <a:xfrm>
              <a:off x="4037386" y="1236477"/>
              <a:ext cx="1543359" cy="617343"/>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dk1"/>
                </a:buClr>
                <a:buSzPts val="1500"/>
                <a:buFont typeface="Century Gothic"/>
                <a:buNone/>
              </a:pPr>
              <a:r>
                <a:rPr lang="en-US" sz="1500" cap="none">
                  <a:solidFill>
                    <a:schemeClr val="dk1"/>
                  </a:solidFill>
                  <a:latin typeface="Century Gothic"/>
                  <a:ea typeface="Century Gothic"/>
                  <a:cs typeface="Century Gothic"/>
                  <a:sym typeface="Century Gothic"/>
                </a:rPr>
                <a:t>METHODOLOGY</a:t>
              </a:r>
              <a:endParaRPr/>
            </a:p>
          </p:txBody>
        </p:sp>
        <p:sp>
          <p:nvSpPr>
            <p:cNvPr id="285" name="Google Shape;285;p2"/>
            <p:cNvSpPr/>
            <p:nvPr/>
          </p:nvSpPr>
          <p:spPr>
            <a:xfrm>
              <a:off x="6151789" y="1789"/>
              <a:ext cx="941449" cy="941449"/>
            </a:xfrm>
            <a:prstGeom prst="round2DiagRect">
              <a:avLst>
                <a:gd fmla="val 29727" name="adj1"/>
                <a:gd fmla="val 0" name="adj2"/>
              </a:avLst>
            </a:prstGeom>
            <a:solidFill>
              <a:srgbClr val="9B68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
            <p:cNvSpPr/>
            <p:nvPr/>
          </p:nvSpPr>
          <p:spPr>
            <a:xfrm>
              <a:off x="6352425" y="202426"/>
              <a:ext cx="540175" cy="540175"/>
            </a:xfrm>
            <a:prstGeom prst="rect">
              <a:avLst/>
            </a:prstGeom>
            <a:blipFill rotWithShape="1">
              <a:blip r:embed="rId6">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
            <p:cNvSpPr/>
            <p:nvPr/>
          </p:nvSpPr>
          <p:spPr>
            <a:xfrm>
              <a:off x="5850834" y="1236477"/>
              <a:ext cx="1543359" cy="617343"/>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2"/>
            <p:cNvSpPr txBox="1"/>
            <p:nvPr/>
          </p:nvSpPr>
          <p:spPr>
            <a:xfrm>
              <a:off x="5850834" y="1236477"/>
              <a:ext cx="1543359" cy="617343"/>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dk1"/>
                </a:buClr>
                <a:buSzPts val="1500"/>
                <a:buFont typeface="Century Gothic"/>
                <a:buNone/>
              </a:pPr>
              <a:r>
                <a:rPr lang="en-US" sz="1500" cap="none">
                  <a:solidFill>
                    <a:schemeClr val="dk1"/>
                  </a:solidFill>
                  <a:latin typeface="Century Gothic"/>
                  <a:ea typeface="Century Gothic"/>
                  <a:cs typeface="Century Gothic"/>
                  <a:sym typeface="Century Gothic"/>
                </a:rPr>
                <a:t>EVALUATION</a:t>
              </a:r>
              <a:endParaRPr/>
            </a:p>
          </p:txBody>
        </p:sp>
        <p:sp>
          <p:nvSpPr>
            <p:cNvPr id="289" name="Google Shape;289;p2"/>
            <p:cNvSpPr/>
            <p:nvPr/>
          </p:nvSpPr>
          <p:spPr>
            <a:xfrm>
              <a:off x="7965236" y="1789"/>
              <a:ext cx="941449" cy="941449"/>
            </a:xfrm>
            <a:prstGeom prst="round2DiagRect">
              <a:avLst>
                <a:gd fmla="val 29727" name="adj1"/>
                <a:gd fmla="val 0" name="adj2"/>
              </a:avLst>
            </a:prstGeom>
            <a:solidFill>
              <a:srgbClr val="D53AD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
            <p:cNvSpPr/>
            <p:nvPr/>
          </p:nvSpPr>
          <p:spPr>
            <a:xfrm>
              <a:off x="8165873" y="202426"/>
              <a:ext cx="540175" cy="540175"/>
            </a:xfrm>
            <a:prstGeom prst="rect">
              <a:avLst/>
            </a:prstGeom>
            <a:blipFill rotWithShape="1">
              <a:blip r:embed="rId7">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2"/>
            <p:cNvSpPr/>
            <p:nvPr/>
          </p:nvSpPr>
          <p:spPr>
            <a:xfrm>
              <a:off x="7664281" y="1236477"/>
              <a:ext cx="1543359" cy="617343"/>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2"/>
            <p:cNvSpPr txBox="1"/>
            <p:nvPr/>
          </p:nvSpPr>
          <p:spPr>
            <a:xfrm>
              <a:off x="7664281" y="1236477"/>
              <a:ext cx="1543359" cy="617343"/>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dk1"/>
                </a:buClr>
                <a:buSzPts val="1500"/>
                <a:buFont typeface="Century Gothic"/>
                <a:buNone/>
              </a:pPr>
              <a:r>
                <a:rPr lang="en-US" sz="1500" cap="none">
                  <a:solidFill>
                    <a:schemeClr val="dk1"/>
                  </a:solidFill>
                  <a:latin typeface="Century Gothic"/>
                  <a:ea typeface="Century Gothic"/>
                  <a:cs typeface="Century Gothic"/>
                  <a:sym typeface="Century Gothic"/>
                </a:rPr>
                <a:t>PROJECT MILESTONE</a:t>
              </a:r>
              <a:endParaRPr/>
            </a:p>
          </p:txBody>
        </p:sp>
        <p:sp>
          <p:nvSpPr>
            <p:cNvPr id="293" name="Google Shape;293;p2"/>
            <p:cNvSpPr/>
            <p:nvPr/>
          </p:nvSpPr>
          <p:spPr>
            <a:xfrm>
              <a:off x="2524894" y="2239660"/>
              <a:ext cx="941449" cy="941449"/>
            </a:xfrm>
            <a:prstGeom prst="round2DiagRect">
              <a:avLst>
                <a:gd fmla="val 29727" name="adj1"/>
                <a:gd fmla="val 0" name="adj2"/>
              </a:avLst>
            </a:prstGeom>
            <a:solidFill>
              <a:srgbClr val="E33B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2"/>
            <p:cNvSpPr/>
            <p:nvPr/>
          </p:nvSpPr>
          <p:spPr>
            <a:xfrm>
              <a:off x="2725531" y="2440297"/>
              <a:ext cx="540175" cy="540175"/>
            </a:xfrm>
            <a:prstGeom prst="rect">
              <a:avLst/>
            </a:prstGeom>
            <a:blipFill rotWithShape="1">
              <a:blip r:embed="rId8">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2"/>
            <p:cNvSpPr/>
            <p:nvPr/>
          </p:nvSpPr>
          <p:spPr>
            <a:xfrm>
              <a:off x="2223939" y="3474348"/>
              <a:ext cx="1543359" cy="617343"/>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2"/>
            <p:cNvSpPr txBox="1"/>
            <p:nvPr/>
          </p:nvSpPr>
          <p:spPr>
            <a:xfrm>
              <a:off x="2223939" y="3474348"/>
              <a:ext cx="1543359" cy="617343"/>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dk1"/>
                </a:buClr>
                <a:buSzPts val="1500"/>
                <a:buFont typeface="Century Gothic"/>
                <a:buNone/>
              </a:pPr>
              <a:r>
                <a:rPr lang="en-US" sz="1500" cap="none">
                  <a:solidFill>
                    <a:schemeClr val="dk1"/>
                  </a:solidFill>
                  <a:latin typeface="Century Gothic"/>
                  <a:ea typeface="Century Gothic"/>
                  <a:cs typeface="Century Gothic"/>
                  <a:sym typeface="Century Gothic"/>
                </a:rPr>
                <a:t>RESULTS</a:t>
              </a:r>
              <a:endParaRPr/>
            </a:p>
          </p:txBody>
        </p:sp>
        <p:sp>
          <p:nvSpPr>
            <p:cNvPr id="297" name="Google Shape;297;p2"/>
            <p:cNvSpPr/>
            <p:nvPr/>
          </p:nvSpPr>
          <p:spPr>
            <a:xfrm>
              <a:off x="4338341" y="2239660"/>
              <a:ext cx="941449" cy="941449"/>
            </a:xfrm>
            <a:prstGeom prst="round2DiagRect">
              <a:avLst>
                <a:gd fmla="val 29727" name="adj1"/>
                <a:gd fmla="val 0" name="adj2"/>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2"/>
            <p:cNvSpPr/>
            <p:nvPr/>
          </p:nvSpPr>
          <p:spPr>
            <a:xfrm>
              <a:off x="4538978" y="2440297"/>
              <a:ext cx="540175" cy="540175"/>
            </a:xfrm>
            <a:prstGeom prst="rect">
              <a:avLst/>
            </a:prstGeom>
            <a:blipFill rotWithShape="1">
              <a:blip r:embed="rId9">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2"/>
            <p:cNvSpPr/>
            <p:nvPr/>
          </p:nvSpPr>
          <p:spPr>
            <a:xfrm>
              <a:off x="4037386" y="3474348"/>
              <a:ext cx="1543359" cy="617343"/>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2"/>
            <p:cNvSpPr txBox="1"/>
            <p:nvPr/>
          </p:nvSpPr>
          <p:spPr>
            <a:xfrm>
              <a:off x="4037386" y="3474348"/>
              <a:ext cx="1543359" cy="617343"/>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dk1"/>
                </a:buClr>
                <a:buSzPts val="1500"/>
                <a:buFont typeface="Century Gothic"/>
                <a:buNone/>
              </a:pPr>
              <a:r>
                <a:rPr lang="en-US" sz="1500" cap="none">
                  <a:solidFill>
                    <a:schemeClr val="dk1"/>
                  </a:solidFill>
                  <a:latin typeface="Century Gothic"/>
                  <a:ea typeface="Century Gothic"/>
                  <a:cs typeface="Century Gothic"/>
                  <a:sym typeface="Century Gothic"/>
                </a:rPr>
                <a:t>REFERENCES</a:t>
              </a:r>
              <a:endParaRPr/>
            </a:p>
          </p:txBody>
        </p:sp>
        <p:sp>
          <p:nvSpPr>
            <p:cNvPr id="301" name="Google Shape;301;p2"/>
            <p:cNvSpPr/>
            <p:nvPr/>
          </p:nvSpPr>
          <p:spPr>
            <a:xfrm>
              <a:off x="6151789" y="2239660"/>
              <a:ext cx="941449" cy="941449"/>
            </a:xfrm>
            <a:prstGeom prst="round2DiagRect">
              <a:avLst>
                <a:gd fmla="val 29727" name="adj1"/>
                <a:gd fmla="val 0" name="adj2"/>
              </a:avLst>
            </a:prstGeom>
            <a:solidFill>
              <a:srgbClr val="E693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2"/>
            <p:cNvSpPr/>
            <p:nvPr/>
          </p:nvSpPr>
          <p:spPr>
            <a:xfrm>
              <a:off x="6352425" y="2440297"/>
              <a:ext cx="540175" cy="540175"/>
            </a:xfrm>
            <a:prstGeom prst="rect">
              <a:avLst/>
            </a:prstGeom>
            <a:blipFill rotWithShape="1">
              <a:blip r:embed="rId10">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2"/>
            <p:cNvSpPr/>
            <p:nvPr/>
          </p:nvSpPr>
          <p:spPr>
            <a:xfrm>
              <a:off x="5850834" y="3474348"/>
              <a:ext cx="1543359" cy="617343"/>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2"/>
            <p:cNvSpPr txBox="1"/>
            <p:nvPr/>
          </p:nvSpPr>
          <p:spPr>
            <a:xfrm>
              <a:off x="5850834" y="3474348"/>
              <a:ext cx="1543359" cy="617343"/>
            </a:xfrm>
            <a:prstGeom prst="rect">
              <a:avLst/>
            </a:prstGeom>
            <a:noFill/>
            <a:ln>
              <a:noFill/>
            </a:ln>
          </p:spPr>
          <p:txBody>
            <a:bodyPr anchorCtr="0" anchor="t" bIns="0" lIns="0" spcFirstLastPara="1" rIns="0" wrap="square" tIns="0">
              <a:noAutofit/>
            </a:bodyPr>
            <a:lstStyle/>
            <a:p>
              <a:pPr indent="0" lvl="0" marL="0" marR="0" rtl="0" algn="ctr">
                <a:lnSpc>
                  <a:spcPct val="90000"/>
                </a:lnSpc>
                <a:spcBef>
                  <a:spcPts val="0"/>
                </a:spcBef>
                <a:spcAft>
                  <a:spcPts val="0"/>
                </a:spcAft>
                <a:buClr>
                  <a:schemeClr val="dk1"/>
                </a:buClr>
                <a:buSzPts val="1500"/>
                <a:buFont typeface="Century Gothic"/>
                <a:buNone/>
              </a:pPr>
              <a:r>
                <a:rPr lang="en-US" sz="1500" cap="none">
                  <a:solidFill>
                    <a:schemeClr val="dk1"/>
                  </a:solidFill>
                  <a:latin typeface="Century Gothic"/>
                  <a:ea typeface="Century Gothic"/>
                  <a:cs typeface="Century Gothic"/>
                  <a:sym typeface="Century Gothic"/>
                </a:rPr>
                <a:t>QUESTIONS </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8" name="Shape 308"/>
        <p:cNvGrpSpPr/>
        <p:nvPr/>
      </p:nvGrpSpPr>
      <p:grpSpPr>
        <a:xfrm>
          <a:off x="0" y="0"/>
          <a:ext cx="0" cy="0"/>
          <a:chOff x="0" y="0"/>
          <a:chExt cx="0" cy="0"/>
        </a:xfrm>
      </p:grpSpPr>
      <p:sp>
        <p:nvSpPr>
          <p:cNvPr id="309" name="Google Shape;309;p3"/>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10" name="Google Shape;310;p3"/>
          <p:cNvSpPr/>
          <p:nvPr/>
        </p:nvSpPr>
        <p:spPr>
          <a:xfrm>
            <a:off x="11017539" y="467397"/>
            <a:ext cx="695829" cy="5919116"/>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1" name="Google Shape;311;p3"/>
          <p:cNvGrpSpPr/>
          <p:nvPr/>
        </p:nvGrpSpPr>
        <p:grpSpPr>
          <a:xfrm>
            <a:off x="0" y="0"/>
            <a:ext cx="12192000" cy="6858000"/>
            <a:chOff x="0" y="0"/>
            <a:chExt cx="12192000" cy="6858000"/>
          </a:xfrm>
        </p:grpSpPr>
        <p:sp>
          <p:nvSpPr>
            <p:cNvPr id="312" name="Google Shape;312;p3"/>
            <p:cNvSpPr/>
            <p:nvPr/>
          </p:nvSpPr>
          <p:spPr>
            <a:xfrm>
              <a:off x="0" y="0"/>
              <a:ext cx="12192000" cy="6858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3"/>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gradFill>
              <a:gsLst>
                <a:gs pos="0">
                  <a:srgbClr val="80406E"/>
                </a:gs>
                <a:gs pos="100000">
                  <a:srgbClr val="101631"/>
                </a:gs>
              </a:gsLst>
              <a:path path="circle">
                <a:fillToRect b="100%" r="100%"/>
              </a:path>
              <a:tileRect l="-100%" t="-100%"/>
            </a:gradFill>
            <a:ln>
              <a:noFill/>
            </a:ln>
          </p:spPr>
        </p:sp>
      </p:grpSp>
      <p:sp>
        <p:nvSpPr>
          <p:cNvPr id="314" name="Google Shape;314;p3"/>
          <p:cNvSpPr txBox="1"/>
          <p:nvPr>
            <p:ph type="title"/>
          </p:nvPr>
        </p:nvSpPr>
        <p:spPr>
          <a:xfrm>
            <a:off x="478632" y="1209957"/>
            <a:ext cx="3878053" cy="4438087"/>
          </a:xfrm>
          <a:prstGeom prst="rect">
            <a:avLst/>
          </a:prstGeom>
          <a:noFill/>
          <a:ln>
            <a:noFill/>
          </a:ln>
        </p:spPr>
        <p:txBody>
          <a:bodyPr anchorCtr="0" anchor="ctr" bIns="45700" lIns="91425" spcFirstLastPara="1" rIns="91425" wrap="square" tIns="45700">
            <a:normAutofit/>
          </a:bodyPr>
          <a:lstStyle/>
          <a:p>
            <a:pPr indent="0" lvl="0" marL="0" rtl="0" algn="r">
              <a:spcBef>
                <a:spcPts val="0"/>
              </a:spcBef>
              <a:spcAft>
                <a:spcPts val="0"/>
              </a:spcAft>
              <a:buClr>
                <a:schemeClr val="dk1"/>
              </a:buClr>
              <a:buSzPts val="3200"/>
              <a:buFont typeface="Century Gothic"/>
              <a:buNone/>
            </a:pPr>
            <a:r>
              <a:rPr lang="en-US" sz="3200">
                <a:solidFill>
                  <a:schemeClr val="dk1"/>
                </a:solidFill>
              </a:rPr>
              <a:t>PROBLEM STATEMENT</a:t>
            </a:r>
            <a:endParaRPr/>
          </a:p>
        </p:txBody>
      </p:sp>
      <p:cxnSp>
        <p:nvCxnSpPr>
          <p:cNvPr id="315" name="Google Shape;315;p3"/>
          <p:cNvCxnSpPr/>
          <p:nvPr/>
        </p:nvCxnSpPr>
        <p:spPr>
          <a:xfrm>
            <a:off x="4356687" y="1930986"/>
            <a:ext cx="0" cy="3200400"/>
          </a:xfrm>
          <a:prstGeom prst="straightConnector1">
            <a:avLst/>
          </a:prstGeom>
          <a:noFill/>
          <a:ln cap="sq" cmpd="sng" w="15875">
            <a:solidFill>
              <a:schemeClr val="dk2"/>
            </a:solidFill>
            <a:prstDash val="solid"/>
            <a:miter lim="800000"/>
            <a:headEnd len="sm" w="sm" type="none"/>
            <a:tailEnd len="sm" w="sm" type="none"/>
          </a:ln>
        </p:spPr>
      </p:cxnSp>
      <p:sp>
        <p:nvSpPr>
          <p:cNvPr id="316" name="Google Shape;316;p3"/>
          <p:cNvSpPr txBox="1"/>
          <p:nvPr>
            <p:ph idx="1" type="body"/>
          </p:nvPr>
        </p:nvSpPr>
        <p:spPr>
          <a:xfrm>
            <a:off x="4356688" y="467397"/>
            <a:ext cx="6660852" cy="6200689"/>
          </a:xfrm>
          <a:prstGeom prst="rect">
            <a:avLst/>
          </a:prstGeom>
          <a:noFill/>
          <a:ln>
            <a:noFill/>
          </a:ln>
        </p:spPr>
        <p:txBody>
          <a:bodyPr anchorCtr="0" anchor="ctr" bIns="45700" lIns="91425" spcFirstLastPara="1" rIns="91425" wrap="square" tIns="45700">
            <a:noAutofit/>
          </a:bodyPr>
          <a:lstStyle/>
          <a:p>
            <a:pPr indent="-342900" lvl="0" marL="342900" rtl="0" algn="l">
              <a:lnSpc>
                <a:spcPct val="150000"/>
              </a:lnSpc>
              <a:spcBef>
                <a:spcPts val="0"/>
              </a:spcBef>
              <a:spcAft>
                <a:spcPts val="0"/>
              </a:spcAft>
              <a:buSzPts val="1120"/>
              <a:buChar char="►"/>
            </a:pPr>
            <a:r>
              <a:rPr lang="en-US" sz="1400">
                <a:solidFill>
                  <a:srgbClr val="262626"/>
                </a:solidFill>
                <a:latin typeface="Times New Roman"/>
                <a:ea typeface="Times New Roman"/>
                <a:cs typeface="Times New Roman"/>
                <a:sym typeface="Times New Roman"/>
              </a:rPr>
              <a:t>Machine Reading Comprehension (MRC), or the capacity to comprehend unstructured text and afterward answer questions concerning it stays a challenging task for computers. </a:t>
            </a:r>
            <a:r>
              <a:rPr b="0" i="0" lang="en-US" sz="1400">
                <a:solidFill>
                  <a:srgbClr val="262626"/>
                </a:solidFill>
                <a:latin typeface="Times New Roman"/>
                <a:ea typeface="Times New Roman"/>
                <a:cs typeface="Times New Roman"/>
                <a:sym typeface="Times New Roman"/>
              </a:rPr>
              <a:t>It’s the ability to read and understand text.</a:t>
            </a:r>
            <a:endParaRPr/>
          </a:p>
          <a:p>
            <a:pPr indent="-342900" lvl="0" marL="342900" rtl="0" algn="l">
              <a:lnSpc>
                <a:spcPct val="150000"/>
              </a:lnSpc>
              <a:spcBef>
                <a:spcPts val="1000"/>
              </a:spcBef>
              <a:spcAft>
                <a:spcPts val="0"/>
              </a:spcAft>
              <a:buSzPts val="1120"/>
              <a:buChar char="►"/>
            </a:pPr>
            <a:r>
              <a:rPr lang="en-US" sz="1400">
                <a:solidFill>
                  <a:srgbClr val="262626"/>
                </a:solidFill>
                <a:latin typeface="Times New Roman"/>
                <a:ea typeface="Times New Roman"/>
                <a:cs typeface="Times New Roman"/>
                <a:sym typeface="Times New Roman"/>
              </a:rPr>
              <a:t>Lately, with the fast advancement of machine learning, particularly deep learning, the examination of machine reading comprehension has gained popularity, and it has arisen in reasonable approach </a:t>
            </a:r>
            <a:endParaRPr/>
          </a:p>
          <a:p>
            <a:pPr indent="-342900" lvl="0" marL="342900" rtl="0" algn="l">
              <a:lnSpc>
                <a:spcPct val="150000"/>
              </a:lnSpc>
              <a:spcBef>
                <a:spcPts val="1000"/>
              </a:spcBef>
              <a:spcAft>
                <a:spcPts val="0"/>
              </a:spcAft>
              <a:buSzPts val="1120"/>
              <a:buChar char="►"/>
            </a:pPr>
            <a:r>
              <a:rPr lang="en-US" sz="1400">
                <a:solidFill>
                  <a:srgbClr val="262626"/>
                </a:solidFill>
                <a:latin typeface="Times New Roman"/>
                <a:ea typeface="Times New Roman"/>
                <a:cs typeface="Times New Roman"/>
                <a:sym typeface="Times New Roman"/>
              </a:rPr>
              <a:t>However, none of these models have been customized for the Urdu language.</a:t>
            </a:r>
            <a:endParaRPr/>
          </a:p>
          <a:p>
            <a:pPr indent="-342900" lvl="0" marL="342900" rtl="0" algn="l">
              <a:lnSpc>
                <a:spcPct val="150000"/>
              </a:lnSpc>
              <a:spcBef>
                <a:spcPts val="1000"/>
              </a:spcBef>
              <a:spcAft>
                <a:spcPts val="0"/>
              </a:spcAft>
              <a:buSzPts val="1120"/>
              <a:buChar char="►"/>
            </a:pPr>
            <a:r>
              <a:rPr lang="en-US" sz="1400">
                <a:solidFill>
                  <a:srgbClr val="262626"/>
                </a:solidFill>
                <a:latin typeface="Times New Roman"/>
                <a:ea typeface="Times New Roman"/>
                <a:cs typeface="Times New Roman"/>
                <a:sym typeface="Times New Roman"/>
              </a:rPr>
              <a:t>We developed a dataset to give the accurate answers in question answering comprehension contexts.</a:t>
            </a:r>
            <a:endParaRPr/>
          </a:p>
          <a:p>
            <a:pPr indent="-342900" lvl="0" marL="342900" rtl="0" algn="l">
              <a:lnSpc>
                <a:spcPct val="150000"/>
              </a:lnSpc>
              <a:spcBef>
                <a:spcPts val="1000"/>
              </a:spcBef>
              <a:spcAft>
                <a:spcPts val="0"/>
              </a:spcAft>
              <a:buSzPts val="1120"/>
              <a:buChar char="►"/>
            </a:pPr>
            <a:r>
              <a:rPr lang="en-US" sz="1400">
                <a:solidFill>
                  <a:srgbClr val="262626"/>
                </a:solidFill>
                <a:latin typeface="Times New Roman"/>
                <a:ea typeface="Times New Roman"/>
                <a:cs typeface="Times New Roman"/>
                <a:sym typeface="Times New Roman"/>
              </a:rPr>
              <a:t>The overall goal of the project is to create an Urdu Machine Reading Comprehension dataset that will answer questions automatically after reading the article with accuracy</a:t>
            </a:r>
            <a:endParaRPr/>
          </a:p>
          <a:p>
            <a:pPr indent="-180340" lvl="0" marL="180340" rtl="0" algn="just">
              <a:lnSpc>
                <a:spcPct val="150000"/>
              </a:lnSpc>
              <a:spcBef>
                <a:spcPts val="1000"/>
              </a:spcBef>
              <a:spcAft>
                <a:spcPts val="0"/>
              </a:spcAft>
              <a:buSzPts val="1120"/>
              <a:buChar char="►"/>
            </a:pPr>
            <a:r>
              <a:rPr lang="en-US" sz="1400">
                <a:solidFill>
                  <a:srgbClr val="262626"/>
                </a:solidFill>
                <a:latin typeface="Times New Roman"/>
                <a:ea typeface="Times New Roman"/>
                <a:cs typeface="Times New Roman"/>
                <a:sym typeface="Times New Roman"/>
              </a:rPr>
              <a:t>To improve the accuracy of our answers, we use an Urdu dataset with AI models which include baseline techniques and transformer model.</a:t>
            </a:r>
            <a:endParaRPr sz="1400">
              <a:solidFill>
                <a:srgbClr val="262626"/>
              </a:solidFill>
              <a:latin typeface="Times New Roman"/>
              <a:ea typeface="Times New Roman"/>
              <a:cs typeface="Times New Roman"/>
              <a:sym typeface="Times New Roman"/>
            </a:endParaRPr>
          </a:p>
          <a:p>
            <a:pPr indent="0" lvl="0" marL="0" rtl="0" algn="just">
              <a:lnSpc>
                <a:spcPct val="150000"/>
              </a:lnSpc>
              <a:spcBef>
                <a:spcPts val="1000"/>
              </a:spcBef>
              <a:spcAft>
                <a:spcPts val="0"/>
              </a:spcAft>
              <a:buSzPts val="1120"/>
              <a:buNone/>
            </a:pPr>
            <a:r>
              <a:t/>
            </a:r>
            <a:endParaRPr sz="1400">
              <a:latin typeface="Times"/>
              <a:ea typeface="Times"/>
              <a:cs typeface="Times"/>
              <a:sym typeface="Time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0" name="Shape 320"/>
        <p:cNvGrpSpPr/>
        <p:nvPr/>
      </p:nvGrpSpPr>
      <p:grpSpPr>
        <a:xfrm>
          <a:off x="0" y="0"/>
          <a:ext cx="0" cy="0"/>
          <a:chOff x="0" y="0"/>
          <a:chExt cx="0" cy="0"/>
        </a:xfrm>
      </p:grpSpPr>
      <p:sp>
        <p:nvSpPr>
          <p:cNvPr id="321" name="Google Shape;321;p4"/>
          <p:cNvSpPr/>
          <p:nvPr/>
        </p:nvSpPr>
        <p:spPr>
          <a:xfrm>
            <a:off x="0" y="0"/>
            <a:ext cx="12192000" cy="6858000"/>
          </a:xfrm>
          <a:prstGeom prst="rect">
            <a:avLst/>
          </a:prstGeom>
          <a:solidFill>
            <a:srgbClr val="262626"/>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22" name="Google Shape;322;p4"/>
          <p:cNvSpPr/>
          <p:nvPr/>
        </p:nvSpPr>
        <p:spPr>
          <a:xfrm rot="-589932">
            <a:off x="8490951" y="1797517"/>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323" name="Google Shape;323;p4"/>
          <p:cNvSpPr/>
          <p:nvPr/>
        </p:nvSpPr>
        <p:spPr>
          <a:xfrm>
            <a:off x="0" y="1780041"/>
            <a:ext cx="12192000" cy="5077959"/>
          </a:xfrm>
          <a:custGeom>
            <a:rect b="b" l="l" r="r" t="t"/>
            <a:pathLst>
              <a:path extrusionOk="0" h="5077959" w="12192000">
                <a:moveTo>
                  <a:pt x="12192000" y="0"/>
                </a:moveTo>
                <a:lnTo>
                  <a:pt x="12192000" y="1972152"/>
                </a:lnTo>
                <a:lnTo>
                  <a:pt x="12192000" y="2361342"/>
                </a:lnTo>
                <a:lnTo>
                  <a:pt x="12192000" y="5077959"/>
                </a:lnTo>
                <a:lnTo>
                  <a:pt x="0" y="5077959"/>
                </a:lnTo>
                <a:lnTo>
                  <a:pt x="0" y="2361342"/>
                </a:lnTo>
                <a:lnTo>
                  <a:pt x="0" y="1972152"/>
                </a:lnTo>
                <a:lnTo>
                  <a:pt x="0" y="12515"/>
                </a:lnTo>
                <a:lnTo>
                  <a:pt x="108623" y="29540"/>
                </a:lnTo>
                <a:lnTo>
                  <a:pt x="300195" y="56163"/>
                </a:lnTo>
                <a:lnTo>
                  <a:pt x="527528" y="88041"/>
                </a:lnTo>
                <a:lnTo>
                  <a:pt x="779127" y="121671"/>
                </a:lnTo>
                <a:lnTo>
                  <a:pt x="1062654" y="157052"/>
                </a:lnTo>
                <a:lnTo>
                  <a:pt x="1371726" y="194535"/>
                </a:lnTo>
                <a:lnTo>
                  <a:pt x="1707616" y="232018"/>
                </a:lnTo>
                <a:lnTo>
                  <a:pt x="2065219" y="270201"/>
                </a:lnTo>
                <a:lnTo>
                  <a:pt x="2450918" y="305583"/>
                </a:lnTo>
                <a:lnTo>
                  <a:pt x="2854496" y="339562"/>
                </a:lnTo>
                <a:lnTo>
                  <a:pt x="3281065" y="370390"/>
                </a:lnTo>
                <a:lnTo>
                  <a:pt x="3725514" y="399815"/>
                </a:lnTo>
                <a:lnTo>
                  <a:pt x="4189119" y="427490"/>
                </a:lnTo>
                <a:lnTo>
                  <a:pt x="4426671" y="437298"/>
                </a:lnTo>
                <a:lnTo>
                  <a:pt x="4669330" y="448158"/>
                </a:lnTo>
                <a:lnTo>
                  <a:pt x="4915819" y="458317"/>
                </a:lnTo>
                <a:lnTo>
                  <a:pt x="5163586" y="464973"/>
                </a:lnTo>
                <a:lnTo>
                  <a:pt x="5416461" y="470928"/>
                </a:lnTo>
                <a:lnTo>
                  <a:pt x="5671892" y="477234"/>
                </a:lnTo>
                <a:lnTo>
                  <a:pt x="5932430" y="481437"/>
                </a:lnTo>
                <a:lnTo>
                  <a:pt x="6195523" y="481437"/>
                </a:lnTo>
                <a:lnTo>
                  <a:pt x="6461170" y="483539"/>
                </a:lnTo>
                <a:lnTo>
                  <a:pt x="6729372" y="481437"/>
                </a:lnTo>
                <a:lnTo>
                  <a:pt x="7001406" y="477234"/>
                </a:lnTo>
                <a:lnTo>
                  <a:pt x="7273439" y="473380"/>
                </a:lnTo>
                <a:lnTo>
                  <a:pt x="7549303" y="464973"/>
                </a:lnTo>
                <a:lnTo>
                  <a:pt x="7827722" y="456215"/>
                </a:lnTo>
                <a:lnTo>
                  <a:pt x="8106140" y="446056"/>
                </a:lnTo>
                <a:lnTo>
                  <a:pt x="8387114" y="431694"/>
                </a:lnTo>
                <a:lnTo>
                  <a:pt x="8670640" y="414528"/>
                </a:lnTo>
                <a:lnTo>
                  <a:pt x="8955446" y="398064"/>
                </a:lnTo>
                <a:lnTo>
                  <a:pt x="9240250" y="377045"/>
                </a:lnTo>
                <a:lnTo>
                  <a:pt x="9528886" y="351823"/>
                </a:lnTo>
                <a:lnTo>
                  <a:pt x="9813691" y="326601"/>
                </a:lnTo>
                <a:lnTo>
                  <a:pt x="10103603" y="297525"/>
                </a:lnTo>
                <a:lnTo>
                  <a:pt x="10394794" y="265647"/>
                </a:lnTo>
                <a:lnTo>
                  <a:pt x="10682153" y="232018"/>
                </a:lnTo>
                <a:lnTo>
                  <a:pt x="10973344" y="192783"/>
                </a:lnTo>
                <a:lnTo>
                  <a:pt x="11263257" y="150746"/>
                </a:lnTo>
                <a:lnTo>
                  <a:pt x="11554448" y="109060"/>
                </a:lnTo>
                <a:lnTo>
                  <a:pt x="11844360" y="60367"/>
                </a:lnTo>
                <a:lnTo>
                  <a:pt x="12132996" y="10623"/>
                </a:lnTo>
                <a:close/>
              </a:path>
            </a:pathLst>
          </a:cu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24" name="Google Shape;324;p4"/>
          <p:cNvSpPr/>
          <p:nvPr/>
        </p:nvSpPr>
        <p:spPr>
          <a:xfrm>
            <a:off x="0" y="0"/>
            <a:ext cx="12192000" cy="6858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4"/>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accent1"/>
          </a:solidFill>
          <a:ln>
            <a:noFill/>
          </a:ln>
        </p:spPr>
      </p:sp>
      <p:sp>
        <p:nvSpPr>
          <p:cNvPr id="326" name="Google Shape;326;p4"/>
          <p:cNvSpPr txBox="1"/>
          <p:nvPr>
            <p:ph type="title"/>
          </p:nvPr>
        </p:nvSpPr>
        <p:spPr>
          <a:xfrm>
            <a:off x="1683171" y="838200"/>
            <a:ext cx="8825659" cy="97790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EBEBEB"/>
              </a:buClr>
              <a:buSzPts val="3600"/>
              <a:buFont typeface="Century Gothic"/>
              <a:buNone/>
            </a:pPr>
            <a:r>
              <a:rPr lang="en-US">
                <a:solidFill>
                  <a:srgbClr val="EBEBEB"/>
                </a:solidFill>
              </a:rPr>
              <a:t>Literature Review </a:t>
            </a:r>
            <a:endParaRPr/>
          </a:p>
        </p:txBody>
      </p:sp>
      <p:sp>
        <p:nvSpPr>
          <p:cNvPr id="327" name="Google Shape;327;p4"/>
          <p:cNvSpPr txBox="1"/>
          <p:nvPr>
            <p:ph idx="1" type="body"/>
          </p:nvPr>
        </p:nvSpPr>
        <p:spPr>
          <a:xfrm>
            <a:off x="1683171" y="2335237"/>
            <a:ext cx="8825659" cy="4234375"/>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SzPts val="880"/>
              <a:buNone/>
            </a:pPr>
            <a:r>
              <a:t/>
            </a:r>
            <a:endParaRPr sz="1100">
              <a:solidFill>
                <a:srgbClr val="404040"/>
              </a:solidFill>
            </a:endParaRPr>
          </a:p>
          <a:p>
            <a:pPr indent="-342900" lvl="0" marL="342900" rtl="0" algn="l">
              <a:lnSpc>
                <a:spcPct val="90000"/>
              </a:lnSpc>
              <a:spcBef>
                <a:spcPts val="1000"/>
              </a:spcBef>
              <a:spcAft>
                <a:spcPts val="0"/>
              </a:spcAft>
              <a:buSzPts val="1280"/>
              <a:buChar char="►"/>
            </a:pPr>
            <a:r>
              <a:rPr lang="en-US" sz="1600">
                <a:solidFill>
                  <a:srgbClr val="404040"/>
                </a:solidFill>
                <a:latin typeface="Times New Roman"/>
                <a:ea typeface="Times New Roman"/>
                <a:cs typeface="Times New Roman"/>
                <a:sym typeface="Times New Roman"/>
              </a:rPr>
              <a:t>In 2015, CNN / Daily Mail (Hermann et al. 2015) and SQuAD (Rajpurkar et al. 2016) two large scale dataset were introduced in the field of MRC.</a:t>
            </a:r>
            <a:endParaRPr/>
          </a:p>
          <a:p>
            <a:pPr indent="-342900" lvl="0" marL="342900" rtl="0" algn="l">
              <a:lnSpc>
                <a:spcPct val="90000"/>
              </a:lnSpc>
              <a:spcBef>
                <a:spcPts val="1000"/>
              </a:spcBef>
              <a:spcAft>
                <a:spcPts val="0"/>
              </a:spcAft>
              <a:buSzPts val="1280"/>
              <a:buChar char="►"/>
            </a:pPr>
            <a:r>
              <a:rPr lang="en-US" sz="1600">
                <a:solidFill>
                  <a:srgbClr val="404040"/>
                </a:solidFill>
                <a:latin typeface="Times New Roman"/>
                <a:ea typeface="Times New Roman"/>
                <a:cs typeface="Times New Roman"/>
                <a:sym typeface="Times New Roman"/>
              </a:rPr>
              <a:t>UQuAD1.0 which helps to investigate the semi-computerized formation of Urdu comprehension. </a:t>
            </a:r>
            <a:endParaRPr/>
          </a:p>
          <a:p>
            <a:pPr indent="-342900" lvl="0" marL="342900" rtl="0" algn="l">
              <a:lnSpc>
                <a:spcPct val="90000"/>
              </a:lnSpc>
              <a:spcBef>
                <a:spcPts val="1000"/>
              </a:spcBef>
              <a:spcAft>
                <a:spcPts val="0"/>
              </a:spcAft>
              <a:buSzPts val="1280"/>
              <a:buChar char="►"/>
            </a:pPr>
            <a:r>
              <a:rPr lang="en-US" sz="1600">
                <a:solidFill>
                  <a:srgbClr val="404040"/>
                </a:solidFill>
                <a:latin typeface="Times New Roman"/>
                <a:ea typeface="Times New Roman"/>
                <a:cs typeface="Times New Roman"/>
                <a:sym typeface="Times New Roman"/>
              </a:rPr>
              <a:t>SQUAD dataset, which is basically an English dataset, and it is translated into Urdu through two ways. One method is through machine and other was human based survey. </a:t>
            </a:r>
            <a:endParaRPr/>
          </a:p>
          <a:p>
            <a:pPr indent="-342900" lvl="0" marL="342900" rtl="0" algn="l">
              <a:lnSpc>
                <a:spcPct val="90000"/>
              </a:lnSpc>
              <a:spcBef>
                <a:spcPts val="1000"/>
              </a:spcBef>
              <a:spcAft>
                <a:spcPts val="0"/>
              </a:spcAft>
              <a:buSzPts val="1280"/>
              <a:buChar char="►"/>
            </a:pPr>
            <a:r>
              <a:rPr lang="en-US" sz="1600">
                <a:solidFill>
                  <a:srgbClr val="404040"/>
                </a:solidFill>
                <a:latin typeface="Times New Roman"/>
                <a:ea typeface="Times New Roman"/>
                <a:cs typeface="Times New Roman"/>
                <a:sym typeface="Times New Roman"/>
              </a:rPr>
              <a:t>Riloff and Thelen (2000) presented a rule-based MRC system called Quarc.</a:t>
            </a:r>
            <a:endParaRPr/>
          </a:p>
          <a:p>
            <a:pPr indent="-342900" lvl="0" marL="342900" rtl="0" algn="l">
              <a:lnSpc>
                <a:spcPct val="90000"/>
              </a:lnSpc>
              <a:spcBef>
                <a:spcPts val="1000"/>
              </a:spcBef>
              <a:spcAft>
                <a:spcPts val="0"/>
              </a:spcAft>
              <a:buSzPts val="1280"/>
              <a:buChar char="►"/>
            </a:pPr>
            <a:r>
              <a:rPr lang="en-US" sz="1600">
                <a:solidFill>
                  <a:srgbClr val="404040"/>
                </a:solidFill>
                <a:latin typeface="Times New Roman"/>
                <a:ea typeface="Times New Roman"/>
                <a:cs typeface="Times New Roman"/>
                <a:sym typeface="Times New Roman"/>
              </a:rPr>
              <a:t>Akour et al. (2011) introduced the QArabPro system, which is a system for answering reading comprehension questions in the Arabic language.</a:t>
            </a:r>
            <a:endParaRPr sz="1600">
              <a:solidFill>
                <a:srgbClr val="404040"/>
              </a:solidFill>
              <a:latin typeface="Times New Roman"/>
              <a:ea typeface="Times New Roman"/>
              <a:cs typeface="Times New Roman"/>
              <a:sym typeface="Times New Roman"/>
            </a:endParaRPr>
          </a:p>
          <a:p>
            <a:pPr indent="-342900" lvl="0" marL="342900" rtl="0" algn="l">
              <a:lnSpc>
                <a:spcPct val="90000"/>
              </a:lnSpc>
              <a:spcBef>
                <a:spcPts val="1000"/>
              </a:spcBef>
              <a:spcAft>
                <a:spcPts val="0"/>
              </a:spcAft>
              <a:buSzPts val="1280"/>
              <a:buChar char="►"/>
            </a:pPr>
            <a:r>
              <a:rPr lang="en-US" sz="1600">
                <a:solidFill>
                  <a:srgbClr val="404040"/>
                </a:solidFill>
                <a:latin typeface="Times New Roman"/>
                <a:ea typeface="Times New Roman"/>
                <a:cs typeface="Times New Roman"/>
                <a:sym typeface="Times New Roman"/>
              </a:rPr>
              <a:t>Ng, Teo, and Kwan (2000) have developed a machine learning based MRC system and introduced some of features to be extracted from a context sentence.</a:t>
            </a:r>
            <a:endParaRPr/>
          </a:p>
          <a:p>
            <a:pPr indent="-342900" lvl="0" marL="342900" rtl="0" algn="l">
              <a:lnSpc>
                <a:spcPct val="90000"/>
              </a:lnSpc>
              <a:spcBef>
                <a:spcPts val="1000"/>
              </a:spcBef>
              <a:spcAft>
                <a:spcPts val="0"/>
              </a:spcAft>
              <a:buSzPts val="1280"/>
              <a:buChar char="►"/>
            </a:pPr>
            <a:r>
              <a:rPr lang="en-US" sz="1600">
                <a:solidFill>
                  <a:srgbClr val="404040"/>
                </a:solidFill>
                <a:latin typeface="Times New Roman"/>
                <a:ea typeface="Times New Roman"/>
                <a:cs typeface="Times New Roman"/>
                <a:sym typeface="Times New Roman"/>
              </a:rPr>
              <a:t>Two main deep learning architectures used by MRC researchers are the Recurrent Neural Network (RNN) and Convolutional Neural Network (CNN). </a:t>
            </a:r>
            <a:endParaRPr/>
          </a:p>
          <a:p>
            <a:pPr indent="-287020" lvl="0" marL="342900" rtl="0" algn="l">
              <a:lnSpc>
                <a:spcPct val="90000"/>
              </a:lnSpc>
              <a:spcBef>
                <a:spcPts val="1000"/>
              </a:spcBef>
              <a:spcAft>
                <a:spcPts val="0"/>
              </a:spcAft>
              <a:buSzPts val="880"/>
              <a:buNone/>
            </a:pPr>
            <a:r>
              <a:t/>
            </a:r>
            <a:endParaRPr sz="1100">
              <a:solidFill>
                <a:srgbClr val="40404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1" name="Shape 331"/>
        <p:cNvGrpSpPr/>
        <p:nvPr/>
      </p:nvGrpSpPr>
      <p:grpSpPr>
        <a:xfrm>
          <a:off x="0" y="0"/>
          <a:ext cx="0" cy="0"/>
          <a:chOff x="0" y="0"/>
          <a:chExt cx="0" cy="0"/>
        </a:xfrm>
      </p:grpSpPr>
      <p:grpSp>
        <p:nvGrpSpPr>
          <p:cNvPr id="332" name="Google Shape;332;p5"/>
          <p:cNvGrpSpPr/>
          <p:nvPr/>
        </p:nvGrpSpPr>
        <p:grpSpPr>
          <a:xfrm>
            <a:off x="0" y="0"/>
            <a:ext cx="12192000" cy="6858000"/>
            <a:chOff x="0" y="0"/>
            <a:chExt cx="12192000" cy="6858000"/>
          </a:xfrm>
        </p:grpSpPr>
        <p:sp>
          <p:nvSpPr>
            <p:cNvPr id="333" name="Google Shape;333;p5"/>
            <p:cNvSpPr/>
            <p:nvPr/>
          </p:nvSpPr>
          <p:spPr>
            <a:xfrm>
              <a:off x="0" y="0"/>
              <a:ext cx="12192000" cy="6858000"/>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5"/>
            <p:cNvSpPr/>
            <p:nvPr/>
          </p:nvSpPr>
          <p:spPr>
            <a:xfrm>
              <a:off x="0" y="2667000"/>
              <a:ext cx="4191000" cy="4191000"/>
            </a:xfrm>
            <a:prstGeom prst="ellipse">
              <a:avLst/>
            </a:prstGeom>
            <a:gradFill>
              <a:gsLst>
                <a:gs pos="0">
                  <a:srgbClr val="9B6BF2">
                    <a:alpha val="10980"/>
                  </a:srgbClr>
                </a:gs>
                <a:gs pos="36000">
                  <a:srgbClr val="9B6BF2">
                    <a:alpha val="9803"/>
                  </a:srgbClr>
                </a:gs>
                <a:gs pos="75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5"/>
            <p:cNvSpPr/>
            <p:nvPr/>
          </p:nvSpPr>
          <p:spPr>
            <a:xfrm>
              <a:off x="0" y="2895600"/>
              <a:ext cx="2362200" cy="2362200"/>
            </a:xfrm>
            <a:prstGeom prst="ellipse">
              <a:avLst/>
            </a:prstGeom>
            <a:gradFill>
              <a:gsLst>
                <a:gs pos="0">
                  <a:srgbClr val="9B6BF2">
                    <a:alpha val="7843"/>
                  </a:srgbClr>
                </a:gs>
                <a:gs pos="36000">
                  <a:srgbClr val="9B6BF2">
                    <a:alpha val="7843"/>
                  </a:srgbClr>
                </a:gs>
                <a:gs pos="72000">
                  <a:srgbClr val="9B6BF2">
                    <a:alpha val="0"/>
                  </a:srgbClr>
                </a:gs>
                <a:gs pos="100000">
                  <a:srgbClr val="9B6BF2">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5"/>
            <p:cNvSpPr/>
            <p:nvPr/>
          </p:nvSpPr>
          <p:spPr>
            <a:xfrm>
              <a:off x="5713412" y="402165"/>
              <a:ext cx="6055253" cy="60536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5"/>
            <p:cNvSpPr/>
            <p:nvPr/>
          </p:nvSpPr>
          <p:spPr>
            <a:xfrm rot="-5677511">
              <a:off x="3140485" y="1826078"/>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5"/>
            <p:cNvSpPr/>
            <p:nvPr/>
          </p:nvSpPr>
          <p:spPr>
            <a:xfrm rot="-5400000">
              <a:off x="2229377" y="2801721"/>
              <a:ext cx="6053670" cy="1254558"/>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339" name="Google Shape;339;p5"/>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340" name="Google Shape;340;p5"/>
          <p:cNvSpPr txBox="1"/>
          <p:nvPr>
            <p:ph type="title"/>
          </p:nvPr>
        </p:nvSpPr>
        <p:spPr>
          <a:xfrm>
            <a:off x="1154955" y="973667"/>
            <a:ext cx="2942210" cy="4833745"/>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EBEBEB"/>
              </a:buClr>
              <a:buSzPts val="5400"/>
              <a:buFont typeface="Century Gothic"/>
              <a:buNone/>
            </a:pPr>
            <a:r>
              <a:rPr lang="en-US" sz="5400">
                <a:solidFill>
                  <a:srgbClr val="EBEBEB"/>
                </a:solidFill>
              </a:rPr>
              <a:t>Dataset</a:t>
            </a:r>
            <a:br>
              <a:rPr lang="en-US">
                <a:solidFill>
                  <a:srgbClr val="EBEBEB"/>
                </a:solidFill>
              </a:rPr>
            </a:br>
            <a:br>
              <a:rPr lang="en-US">
                <a:solidFill>
                  <a:srgbClr val="EBEBEB"/>
                </a:solidFill>
              </a:rPr>
            </a:br>
            <a:br>
              <a:rPr lang="en-US">
                <a:solidFill>
                  <a:srgbClr val="EBEBEB"/>
                </a:solidFill>
              </a:rPr>
            </a:br>
            <a:br>
              <a:rPr lang="en-US">
                <a:solidFill>
                  <a:srgbClr val="EBEBEB"/>
                </a:solidFill>
              </a:rPr>
            </a:br>
            <a:br>
              <a:rPr lang="en-US">
                <a:solidFill>
                  <a:srgbClr val="EBEBEB"/>
                </a:solidFill>
              </a:rPr>
            </a:br>
            <a:endParaRPr>
              <a:solidFill>
                <a:srgbClr val="EBEBEB"/>
              </a:solidFill>
            </a:endParaRPr>
          </a:p>
        </p:txBody>
      </p:sp>
      <p:sp>
        <p:nvSpPr>
          <p:cNvPr id="341" name="Google Shape;341;p5"/>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2" name="Google Shape;342;p5"/>
          <p:cNvGrpSpPr/>
          <p:nvPr/>
        </p:nvGrpSpPr>
        <p:grpSpPr>
          <a:xfrm>
            <a:off x="5194300" y="1660624"/>
            <a:ext cx="6391275" cy="3541514"/>
            <a:chOff x="0" y="852586"/>
            <a:chExt cx="6391275" cy="3541514"/>
          </a:xfrm>
        </p:grpSpPr>
        <p:sp>
          <p:nvSpPr>
            <p:cNvPr id="343" name="Google Shape;343;p5"/>
            <p:cNvSpPr/>
            <p:nvPr/>
          </p:nvSpPr>
          <p:spPr>
            <a:xfrm>
              <a:off x="0" y="852586"/>
              <a:ext cx="6391275" cy="1574006"/>
            </a:xfrm>
            <a:prstGeom prst="roundRect">
              <a:avLst>
                <a:gd fmla="val 10000" name="adj"/>
              </a:avLst>
            </a:prstGeom>
            <a:solidFill>
              <a:srgbClr val="E33B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5"/>
            <p:cNvSpPr/>
            <p:nvPr/>
          </p:nvSpPr>
          <p:spPr>
            <a:xfrm>
              <a:off x="476136" y="1206738"/>
              <a:ext cx="865703" cy="865703"/>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5"/>
            <p:cNvSpPr/>
            <p:nvPr/>
          </p:nvSpPr>
          <p:spPr>
            <a:xfrm>
              <a:off x="1817977" y="852586"/>
              <a:ext cx="4573297" cy="1574006"/>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5"/>
            <p:cNvSpPr txBox="1"/>
            <p:nvPr/>
          </p:nvSpPr>
          <p:spPr>
            <a:xfrm>
              <a:off x="1817977" y="852586"/>
              <a:ext cx="4573297" cy="1574006"/>
            </a:xfrm>
            <a:prstGeom prst="rect">
              <a:avLst/>
            </a:prstGeom>
            <a:noFill/>
            <a:ln>
              <a:noFill/>
            </a:ln>
          </p:spPr>
          <p:txBody>
            <a:bodyPr anchorCtr="0" anchor="ctr" bIns="166575" lIns="166575" spcFirstLastPara="1" rIns="166575" wrap="square" tIns="166575">
              <a:noAutofit/>
            </a:bodyPr>
            <a:lstStyle/>
            <a:p>
              <a:pPr indent="0" lvl="0" marL="0" marR="0" rtl="0" algn="l">
                <a:lnSpc>
                  <a:spcPct val="90000"/>
                </a:lnSpc>
                <a:spcBef>
                  <a:spcPts val="0"/>
                </a:spcBef>
                <a:spcAft>
                  <a:spcPts val="0"/>
                </a:spcAft>
                <a:buClr>
                  <a:schemeClr val="dk1"/>
                </a:buClr>
                <a:buSzPts val="2100"/>
                <a:buFont typeface="Century Gothic"/>
                <a:buNone/>
              </a:pPr>
              <a:r>
                <a:rPr lang="en-US" sz="2100">
                  <a:solidFill>
                    <a:schemeClr val="dk1"/>
                  </a:solidFill>
                  <a:latin typeface="Century Gothic"/>
                  <a:ea typeface="Century Gothic"/>
                  <a:cs typeface="Century Gothic"/>
                  <a:sym typeface="Century Gothic"/>
                </a:rPr>
                <a:t>The main challenge in Urdu MRC is non availability of database. So, we will be creating database using SQuAD dataset. </a:t>
              </a:r>
              <a:endParaRPr/>
            </a:p>
          </p:txBody>
        </p:sp>
        <p:sp>
          <p:nvSpPr>
            <p:cNvPr id="347" name="Google Shape;347;p5"/>
            <p:cNvSpPr/>
            <p:nvPr/>
          </p:nvSpPr>
          <p:spPr>
            <a:xfrm>
              <a:off x="0" y="2820094"/>
              <a:ext cx="6391275" cy="1574006"/>
            </a:xfrm>
            <a:prstGeom prst="roundRect">
              <a:avLst>
                <a:gd fmla="val 10000"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5"/>
            <p:cNvSpPr/>
            <p:nvPr/>
          </p:nvSpPr>
          <p:spPr>
            <a:xfrm>
              <a:off x="476136" y="3174245"/>
              <a:ext cx="865703" cy="865703"/>
            </a:xfrm>
            <a:prstGeom prst="rect">
              <a:avLst/>
            </a:prstGeom>
            <a:blipFill rotWithShape="1">
              <a:blip r:embed="rId5">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5"/>
            <p:cNvSpPr/>
            <p:nvPr/>
          </p:nvSpPr>
          <p:spPr>
            <a:xfrm>
              <a:off x="1817977" y="2820094"/>
              <a:ext cx="4573297" cy="1574006"/>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5"/>
            <p:cNvSpPr txBox="1"/>
            <p:nvPr/>
          </p:nvSpPr>
          <p:spPr>
            <a:xfrm>
              <a:off x="1817977" y="2820094"/>
              <a:ext cx="4573297" cy="1574006"/>
            </a:xfrm>
            <a:prstGeom prst="rect">
              <a:avLst/>
            </a:prstGeom>
            <a:noFill/>
            <a:ln>
              <a:noFill/>
            </a:ln>
          </p:spPr>
          <p:txBody>
            <a:bodyPr anchorCtr="0" anchor="ctr" bIns="166575" lIns="166575" spcFirstLastPara="1" rIns="166575" wrap="square" tIns="166575">
              <a:noAutofit/>
            </a:bodyPr>
            <a:lstStyle/>
            <a:p>
              <a:pPr indent="0" lvl="0" marL="0" marR="0" rtl="0" algn="l">
                <a:lnSpc>
                  <a:spcPct val="90000"/>
                </a:lnSpc>
                <a:spcBef>
                  <a:spcPts val="0"/>
                </a:spcBef>
                <a:spcAft>
                  <a:spcPts val="0"/>
                </a:spcAft>
                <a:buClr>
                  <a:schemeClr val="dk1"/>
                </a:buClr>
                <a:buSzPts val="2100"/>
                <a:buFont typeface="Century Gothic"/>
                <a:buNone/>
              </a:pPr>
              <a:r>
                <a:rPr lang="en-US" sz="2100">
                  <a:solidFill>
                    <a:schemeClr val="dk1"/>
                  </a:solidFill>
                  <a:latin typeface="Century Gothic"/>
                  <a:ea typeface="Century Gothic"/>
                  <a:cs typeface="Century Gothic"/>
                  <a:sym typeface="Century Gothic"/>
                </a:rPr>
                <a:t>We translate SQuAD dataset by using google cloud platform. </a:t>
              </a:r>
              <a:endParaRPr sz="2100">
                <a:solidFill>
                  <a:schemeClr val="dk1"/>
                </a:solidFill>
                <a:latin typeface="Century Gothic"/>
                <a:ea typeface="Century Gothic"/>
                <a:cs typeface="Century Gothic"/>
                <a:sym typeface="Century Gothic"/>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4" name="Shape 354"/>
        <p:cNvGrpSpPr/>
        <p:nvPr/>
      </p:nvGrpSpPr>
      <p:grpSpPr>
        <a:xfrm>
          <a:off x="0" y="0"/>
          <a:ext cx="0" cy="0"/>
          <a:chOff x="0" y="0"/>
          <a:chExt cx="0" cy="0"/>
        </a:xfrm>
      </p:grpSpPr>
      <p:sp>
        <p:nvSpPr>
          <p:cNvPr id="355" name="Google Shape;355;p6"/>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56" name="Google Shape;356;p6"/>
          <p:cNvSpPr/>
          <p:nvPr/>
        </p:nvSpPr>
        <p:spPr>
          <a:xfrm>
            <a:off x="0" y="0"/>
            <a:ext cx="12192000" cy="6858000"/>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6"/>
          <p:cNvSpPr/>
          <p:nvPr/>
        </p:nvSpPr>
        <p:spPr>
          <a:xfrm rot="-5677511">
            <a:off x="3140485" y="1826078"/>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6"/>
          <p:cNvSpPr/>
          <p:nvPr/>
        </p:nvSpPr>
        <p:spPr>
          <a:xfrm rot="-5400000">
            <a:off x="5171964" y="-140866"/>
            <a:ext cx="6053670" cy="7139732"/>
          </a:xfrm>
          <a:custGeom>
            <a:rect b="b" l="l" r="r" t="t"/>
            <a:pathLst>
              <a:path extrusionOk="0" h="7139732" w="6053670">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lt1"/>
          </a:solidFill>
          <a:ln>
            <a:noFill/>
          </a:ln>
        </p:spPr>
      </p:sp>
      <p:sp>
        <p:nvSpPr>
          <p:cNvPr id="359" name="Google Shape;359;p6"/>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sp>
        <p:nvSpPr>
          <p:cNvPr id="360" name="Google Shape;360;p6"/>
          <p:cNvSpPr txBox="1"/>
          <p:nvPr>
            <p:ph type="title"/>
          </p:nvPr>
        </p:nvSpPr>
        <p:spPr>
          <a:xfrm>
            <a:off x="994087" y="1130603"/>
            <a:ext cx="3342442" cy="4596794"/>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EBEBEB"/>
              </a:buClr>
              <a:buSzPts val="3200"/>
              <a:buFont typeface="Century Gothic"/>
              <a:buNone/>
            </a:pPr>
            <a:r>
              <a:rPr lang="en-US" sz="3200">
                <a:solidFill>
                  <a:srgbClr val="EBEBEB"/>
                </a:solidFill>
              </a:rPr>
              <a:t>Methodology</a:t>
            </a:r>
            <a:br>
              <a:rPr lang="en-US" sz="3200">
                <a:solidFill>
                  <a:srgbClr val="EBEBEB"/>
                </a:solidFill>
              </a:rPr>
            </a:br>
            <a:br>
              <a:rPr lang="en-US" sz="3200">
                <a:solidFill>
                  <a:srgbClr val="EBEBEB"/>
                </a:solidFill>
              </a:rPr>
            </a:br>
            <a:br>
              <a:rPr lang="en-US" sz="3200">
                <a:solidFill>
                  <a:srgbClr val="EBEBEB"/>
                </a:solidFill>
              </a:rPr>
            </a:br>
            <a:br>
              <a:rPr lang="en-US" sz="3200">
                <a:solidFill>
                  <a:srgbClr val="EBEBEB"/>
                </a:solidFill>
              </a:rPr>
            </a:br>
            <a:br>
              <a:rPr lang="en-US" sz="3200">
                <a:solidFill>
                  <a:srgbClr val="EBEBEB"/>
                </a:solidFill>
              </a:rPr>
            </a:br>
            <a:endParaRPr sz="3200">
              <a:solidFill>
                <a:srgbClr val="EBEBEB"/>
              </a:solidFill>
            </a:endParaRPr>
          </a:p>
        </p:txBody>
      </p:sp>
      <p:sp>
        <p:nvSpPr>
          <p:cNvPr id="361" name="Google Shape;361;p6"/>
          <p:cNvSpPr txBox="1"/>
          <p:nvPr>
            <p:ph idx="1" type="body"/>
          </p:nvPr>
        </p:nvSpPr>
        <p:spPr>
          <a:xfrm>
            <a:off x="5290077" y="437513"/>
            <a:ext cx="5502614" cy="5954325"/>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SzPts val="1600"/>
              <a:buNone/>
            </a:pPr>
            <a:br>
              <a:rPr lang="en-US" sz="2000">
                <a:latin typeface="Times New Roman"/>
                <a:ea typeface="Times New Roman"/>
                <a:cs typeface="Times New Roman"/>
                <a:sym typeface="Times New Roman"/>
              </a:rPr>
            </a:br>
            <a:r>
              <a:rPr lang="en-US" sz="2000">
                <a:latin typeface="Times New Roman"/>
                <a:ea typeface="Times New Roman"/>
                <a:cs typeface="Times New Roman"/>
                <a:sym typeface="Times New Roman"/>
              </a:rPr>
              <a:t>We will use different approaches for developing (Urdu Machine Reading Comprehension) system:</a:t>
            </a:r>
            <a:endParaRPr/>
          </a:p>
          <a:p>
            <a:pPr indent="-342900" lvl="0" marL="342900" rtl="0" algn="l">
              <a:spcBef>
                <a:spcPts val="1000"/>
              </a:spcBef>
              <a:spcAft>
                <a:spcPts val="0"/>
              </a:spcAft>
              <a:buSzPts val="1600"/>
              <a:buChar char="►"/>
            </a:pPr>
            <a:r>
              <a:rPr b="1" lang="en-US" sz="2000">
                <a:latin typeface="Times New Roman"/>
                <a:ea typeface="Times New Roman"/>
                <a:cs typeface="Times New Roman"/>
                <a:sym typeface="Times New Roman"/>
              </a:rPr>
              <a:t>Rule based Models:</a:t>
            </a:r>
            <a:endParaRPr b="1" sz="2000">
              <a:latin typeface="Times New Roman"/>
              <a:ea typeface="Times New Roman"/>
              <a:cs typeface="Times New Roman"/>
              <a:sym typeface="Times New Roman"/>
            </a:endParaRPr>
          </a:p>
          <a:p>
            <a:pPr indent="0" lvl="0" marL="0" rtl="0" algn="l">
              <a:spcBef>
                <a:spcPts val="1000"/>
              </a:spcBef>
              <a:spcAft>
                <a:spcPts val="0"/>
              </a:spcAft>
              <a:buSzPts val="1600"/>
              <a:buNone/>
            </a:pPr>
            <a:r>
              <a:rPr lang="en-US" sz="2000">
                <a:latin typeface="Times New Roman"/>
                <a:ea typeface="Times New Roman"/>
                <a:cs typeface="Times New Roman"/>
                <a:sym typeface="Times New Roman"/>
              </a:rPr>
              <a:t>	This Model use a set of Rules written by linguistic experts. These are unsupervised techniques. It includes:</a:t>
            </a:r>
            <a:endParaRPr sz="2000">
              <a:latin typeface="Times New Roman"/>
              <a:ea typeface="Times New Roman"/>
              <a:cs typeface="Times New Roman"/>
              <a:sym typeface="Times New Roman"/>
            </a:endParaRPr>
          </a:p>
          <a:p>
            <a:pPr indent="-342900" lvl="0" marL="342900" rtl="0" algn="l">
              <a:spcBef>
                <a:spcPts val="1000"/>
              </a:spcBef>
              <a:spcAft>
                <a:spcPts val="0"/>
              </a:spcAft>
              <a:buSzPts val="1600"/>
              <a:buFont typeface="Noto Sans Symbols"/>
              <a:buChar char="❑"/>
            </a:pPr>
            <a:r>
              <a:rPr b="1" lang="en-US" sz="2000">
                <a:latin typeface="Times New Roman"/>
                <a:ea typeface="Times New Roman"/>
                <a:cs typeface="Times New Roman"/>
                <a:sym typeface="Times New Roman"/>
              </a:rPr>
              <a:t>Sliding window technique:</a:t>
            </a:r>
            <a:endParaRPr b="1" sz="2000">
              <a:latin typeface="Times New Roman"/>
              <a:ea typeface="Times New Roman"/>
              <a:cs typeface="Times New Roman"/>
              <a:sym typeface="Times New Roman"/>
            </a:endParaRPr>
          </a:p>
          <a:p>
            <a:pPr indent="-342900" lvl="0" marL="342900" rtl="0" algn="l">
              <a:spcBef>
                <a:spcPts val="1000"/>
              </a:spcBef>
              <a:spcAft>
                <a:spcPts val="0"/>
              </a:spcAft>
              <a:buSzPts val="1600"/>
              <a:buFont typeface="Arial"/>
              <a:buChar char="•"/>
            </a:pPr>
            <a:r>
              <a:rPr lang="en-US" sz="2000">
                <a:latin typeface="Times New Roman"/>
                <a:ea typeface="Times New Roman"/>
                <a:cs typeface="Times New Roman"/>
                <a:sym typeface="Times New Roman"/>
              </a:rPr>
              <a:t>It is a rule-based solution to the answer extraction problem that requires essentially no pre-trained models.</a:t>
            </a:r>
            <a:endParaRPr/>
          </a:p>
          <a:p>
            <a:pPr indent="-342900" lvl="0" marL="342900" rtl="0" algn="l">
              <a:spcBef>
                <a:spcPts val="1000"/>
              </a:spcBef>
              <a:spcAft>
                <a:spcPts val="0"/>
              </a:spcAft>
              <a:buSzPts val="1600"/>
              <a:buFont typeface="Arial"/>
              <a:buChar char="•"/>
            </a:pPr>
            <a:r>
              <a:rPr lang="en-US" sz="2000">
                <a:latin typeface="Times New Roman"/>
                <a:ea typeface="Times New Roman"/>
                <a:cs typeface="Times New Roman"/>
                <a:sym typeface="Times New Roman"/>
              </a:rPr>
              <a:t> The sliding window approach was chosen as the baseline since it is used in the SQuAD dataset and indicates that match frequency or basic word similarity between question and context cannot solve the RC problem.</a:t>
            </a:r>
            <a:endParaRPr/>
          </a:p>
          <a:p>
            <a:pPr indent="0" lvl="0" marL="0" rtl="0" algn="l">
              <a:spcBef>
                <a:spcPts val="1000"/>
              </a:spcBef>
              <a:spcAft>
                <a:spcPts val="0"/>
              </a:spcAft>
              <a:buSzPts val="1600"/>
              <a:buNone/>
            </a:pPr>
            <a:r>
              <a:t/>
            </a:r>
            <a:endParaRPr sz="2000">
              <a:latin typeface="Times New Roman"/>
              <a:ea typeface="Times New Roman"/>
              <a:cs typeface="Times New Roman"/>
              <a:sym typeface="Times New Roman"/>
            </a:endParaRPr>
          </a:p>
          <a:p>
            <a:pPr indent="0" lvl="0" marL="0" rtl="0" algn="l">
              <a:spcBef>
                <a:spcPts val="1000"/>
              </a:spcBef>
              <a:spcAft>
                <a:spcPts val="0"/>
              </a:spcAft>
              <a:buSzPts val="1600"/>
              <a:buNone/>
            </a:pPr>
            <a:r>
              <a:t/>
            </a:r>
            <a:endParaRPr sz="2000"/>
          </a:p>
          <a:p>
            <a:pPr indent="-241300" lvl="0" marL="342900" rtl="0" algn="l">
              <a:spcBef>
                <a:spcPts val="1000"/>
              </a:spcBef>
              <a:spcAft>
                <a:spcPts val="0"/>
              </a:spcAft>
              <a:buSzPts val="1600"/>
              <a:buNone/>
            </a:pPr>
            <a:r>
              <a:t/>
            </a:r>
            <a:endParaRPr sz="2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65" name="Shape 365"/>
        <p:cNvGrpSpPr/>
        <p:nvPr/>
      </p:nvGrpSpPr>
      <p:grpSpPr>
        <a:xfrm>
          <a:off x="0" y="0"/>
          <a:ext cx="0" cy="0"/>
          <a:chOff x="0" y="0"/>
          <a:chExt cx="0" cy="0"/>
        </a:xfrm>
      </p:grpSpPr>
      <p:sp>
        <p:nvSpPr>
          <p:cNvPr id="366" name="Google Shape;366;p7"/>
          <p:cNvSpPr/>
          <p:nvPr/>
        </p:nvSpPr>
        <p:spPr>
          <a:xfrm>
            <a:off x="0" y="-1587"/>
            <a:ext cx="12192000" cy="685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67" name="Google Shape;367;p7"/>
          <p:cNvSpPr/>
          <p:nvPr/>
        </p:nvSpPr>
        <p:spPr>
          <a:xfrm rot="-589932">
            <a:off x="8490951" y="1797517"/>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368" name="Google Shape;368;p7"/>
          <p:cNvSpPr/>
          <p:nvPr/>
        </p:nvSpPr>
        <p:spPr>
          <a:xfrm>
            <a:off x="0" y="1780041"/>
            <a:ext cx="12192000" cy="5077959"/>
          </a:xfrm>
          <a:custGeom>
            <a:rect b="b" l="l" r="r" t="t"/>
            <a:pathLst>
              <a:path extrusionOk="0" h="5077959" w="12192000">
                <a:moveTo>
                  <a:pt x="12192000" y="0"/>
                </a:moveTo>
                <a:lnTo>
                  <a:pt x="12192000" y="1972152"/>
                </a:lnTo>
                <a:lnTo>
                  <a:pt x="12192000" y="2361342"/>
                </a:lnTo>
                <a:lnTo>
                  <a:pt x="12192000" y="5077959"/>
                </a:lnTo>
                <a:lnTo>
                  <a:pt x="0" y="5077959"/>
                </a:lnTo>
                <a:lnTo>
                  <a:pt x="0" y="2361342"/>
                </a:lnTo>
                <a:lnTo>
                  <a:pt x="0" y="1972152"/>
                </a:lnTo>
                <a:lnTo>
                  <a:pt x="0" y="12515"/>
                </a:lnTo>
                <a:lnTo>
                  <a:pt x="108623" y="29540"/>
                </a:lnTo>
                <a:lnTo>
                  <a:pt x="300195" y="56163"/>
                </a:lnTo>
                <a:lnTo>
                  <a:pt x="527528" y="88041"/>
                </a:lnTo>
                <a:lnTo>
                  <a:pt x="779127" y="121671"/>
                </a:lnTo>
                <a:lnTo>
                  <a:pt x="1062654" y="157052"/>
                </a:lnTo>
                <a:lnTo>
                  <a:pt x="1371726" y="194535"/>
                </a:lnTo>
                <a:lnTo>
                  <a:pt x="1707616" y="232018"/>
                </a:lnTo>
                <a:lnTo>
                  <a:pt x="2065219" y="270201"/>
                </a:lnTo>
                <a:lnTo>
                  <a:pt x="2450918" y="305583"/>
                </a:lnTo>
                <a:lnTo>
                  <a:pt x="2854496" y="339562"/>
                </a:lnTo>
                <a:lnTo>
                  <a:pt x="3281065" y="370390"/>
                </a:lnTo>
                <a:lnTo>
                  <a:pt x="3725514" y="399815"/>
                </a:lnTo>
                <a:lnTo>
                  <a:pt x="4189119" y="427490"/>
                </a:lnTo>
                <a:lnTo>
                  <a:pt x="4426671" y="437298"/>
                </a:lnTo>
                <a:lnTo>
                  <a:pt x="4669330" y="448158"/>
                </a:lnTo>
                <a:lnTo>
                  <a:pt x="4915819" y="458317"/>
                </a:lnTo>
                <a:lnTo>
                  <a:pt x="5163586" y="464973"/>
                </a:lnTo>
                <a:lnTo>
                  <a:pt x="5416461" y="470928"/>
                </a:lnTo>
                <a:lnTo>
                  <a:pt x="5671892" y="477234"/>
                </a:lnTo>
                <a:lnTo>
                  <a:pt x="5932430" y="481437"/>
                </a:lnTo>
                <a:lnTo>
                  <a:pt x="6195523" y="481437"/>
                </a:lnTo>
                <a:lnTo>
                  <a:pt x="6461170" y="483539"/>
                </a:lnTo>
                <a:lnTo>
                  <a:pt x="6729372" y="481437"/>
                </a:lnTo>
                <a:lnTo>
                  <a:pt x="7001406" y="477234"/>
                </a:lnTo>
                <a:lnTo>
                  <a:pt x="7273439" y="473380"/>
                </a:lnTo>
                <a:lnTo>
                  <a:pt x="7549303" y="464973"/>
                </a:lnTo>
                <a:lnTo>
                  <a:pt x="7827722" y="456215"/>
                </a:lnTo>
                <a:lnTo>
                  <a:pt x="8106140" y="446056"/>
                </a:lnTo>
                <a:lnTo>
                  <a:pt x="8387114" y="431694"/>
                </a:lnTo>
                <a:lnTo>
                  <a:pt x="8670640" y="414528"/>
                </a:lnTo>
                <a:lnTo>
                  <a:pt x="8955446" y="398064"/>
                </a:lnTo>
                <a:lnTo>
                  <a:pt x="9240250" y="377045"/>
                </a:lnTo>
                <a:lnTo>
                  <a:pt x="9528886" y="351823"/>
                </a:lnTo>
                <a:lnTo>
                  <a:pt x="9813691" y="326601"/>
                </a:lnTo>
                <a:lnTo>
                  <a:pt x="10103603" y="297525"/>
                </a:lnTo>
                <a:lnTo>
                  <a:pt x="10394794" y="265647"/>
                </a:lnTo>
                <a:lnTo>
                  <a:pt x="10682153" y="232018"/>
                </a:lnTo>
                <a:lnTo>
                  <a:pt x="10973344" y="192783"/>
                </a:lnTo>
                <a:lnTo>
                  <a:pt x="11263257" y="150746"/>
                </a:lnTo>
                <a:lnTo>
                  <a:pt x="11554448" y="109060"/>
                </a:lnTo>
                <a:lnTo>
                  <a:pt x="11844360" y="60367"/>
                </a:lnTo>
                <a:lnTo>
                  <a:pt x="12132996" y="10623"/>
                </a:lnTo>
                <a:close/>
              </a:path>
            </a:pathLst>
          </a:cu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grpSp>
        <p:nvGrpSpPr>
          <p:cNvPr id="369" name="Google Shape;369;p7"/>
          <p:cNvGrpSpPr/>
          <p:nvPr/>
        </p:nvGrpSpPr>
        <p:grpSpPr>
          <a:xfrm>
            <a:off x="76200" y="0"/>
            <a:ext cx="12192000" cy="6858000"/>
            <a:chOff x="0" y="0"/>
            <a:chExt cx="12192000" cy="6858000"/>
          </a:xfrm>
        </p:grpSpPr>
        <p:sp>
          <p:nvSpPr>
            <p:cNvPr id="370" name="Google Shape;370;p7"/>
            <p:cNvSpPr/>
            <p:nvPr/>
          </p:nvSpPr>
          <p:spPr>
            <a:xfrm>
              <a:off x="0" y="0"/>
              <a:ext cx="12192000" cy="6858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7"/>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372" name="Google Shape;372;p7"/>
          <p:cNvSpPr txBox="1"/>
          <p:nvPr>
            <p:ph idx="1" type="body"/>
          </p:nvPr>
        </p:nvSpPr>
        <p:spPr>
          <a:xfrm>
            <a:off x="1887233" y="2236763"/>
            <a:ext cx="8417535" cy="4621237"/>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SzPts val="1440"/>
              <a:buFont typeface="Noto Sans Symbols"/>
              <a:buChar char="❑"/>
            </a:pPr>
            <a:r>
              <a:rPr b="1" lang="en-US">
                <a:latin typeface="Times New Roman"/>
                <a:ea typeface="Times New Roman"/>
                <a:cs typeface="Times New Roman"/>
                <a:sym typeface="Times New Roman"/>
              </a:rPr>
              <a:t>Cosine similarity:</a:t>
            </a:r>
            <a:endParaRPr/>
          </a:p>
          <a:p>
            <a:pPr indent="-342900" lvl="0" marL="342900" rtl="0" algn="l">
              <a:lnSpc>
                <a:spcPct val="90000"/>
              </a:lnSpc>
              <a:spcBef>
                <a:spcPts val="1000"/>
              </a:spcBef>
              <a:spcAft>
                <a:spcPts val="0"/>
              </a:spcAft>
              <a:buSzPts val="1440"/>
              <a:buFont typeface="Arial"/>
              <a:buChar char="•"/>
            </a:pPr>
            <a:r>
              <a:rPr lang="en-US">
                <a:latin typeface="Times New Roman"/>
                <a:ea typeface="Times New Roman"/>
                <a:cs typeface="Times New Roman"/>
                <a:sym typeface="Times New Roman"/>
              </a:rPr>
              <a:t>Regardless of paper size, the cosine similarity metric is used to determine how similar documents are. </a:t>
            </a:r>
            <a:endParaRPr/>
          </a:p>
          <a:p>
            <a:pPr indent="-342900" lvl="0" marL="342900" rtl="0" algn="l">
              <a:lnSpc>
                <a:spcPct val="90000"/>
              </a:lnSpc>
              <a:spcBef>
                <a:spcPts val="1000"/>
              </a:spcBef>
              <a:spcAft>
                <a:spcPts val="0"/>
              </a:spcAft>
              <a:buSzPts val="1440"/>
              <a:buFont typeface="Arial"/>
              <a:buChar char="•"/>
            </a:pPr>
            <a:r>
              <a:rPr lang="en-US">
                <a:latin typeface="Times New Roman"/>
                <a:ea typeface="Times New Roman"/>
                <a:cs typeface="Times New Roman"/>
                <a:sym typeface="Times New Roman"/>
              </a:rPr>
              <a:t>It uses a numerical method to calculate the cosine of a point between two vectors projected in a multi-layered space.</a:t>
            </a:r>
            <a:endParaRPr/>
          </a:p>
          <a:p>
            <a:pPr indent="0" lvl="0" marL="0" rtl="0" algn="l">
              <a:lnSpc>
                <a:spcPct val="90000"/>
              </a:lnSpc>
              <a:spcBef>
                <a:spcPts val="1000"/>
              </a:spcBef>
              <a:spcAft>
                <a:spcPts val="0"/>
              </a:spcAft>
              <a:buSzPts val="1440"/>
              <a:buNone/>
            </a:pPr>
            <a:r>
              <a:t/>
            </a:r>
            <a:endParaRPr>
              <a:latin typeface="Times New Roman"/>
              <a:ea typeface="Times New Roman"/>
              <a:cs typeface="Times New Roman"/>
              <a:sym typeface="Times New Roman"/>
            </a:endParaRPr>
          </a:p>
          <a:p>
            <a:pPr indent="-342900" lvl="0" marL="342900" rtl="0" algn="l">
              <a:lnSpc>
                <a:spcPct val="90000"/>
              </a:lnSpc>
              <a:spcBef>
                <a:spcPts val="1000"/>
              </a:spcBef>
              <a:spcAft>
                <a:spcPts val="0"/>
              </a:spcAft>
              <a:buSzPts val="1440"/>
              <a:buFont typeface="Noto Sans Symbols"/>
              <a:buChar char="❑"/>
            </a:pPr>
            <a:r>
              <a:rPr b="1" lang="en-US">
                <a:latin typeface="Times New Roman"/>
                <a:ea typeface="Times New Roman"/>
                <a:cs typeface="Times New Roman"/>
                <a:sym typeface="Times New Roman"/>
              </a:rPr>
              <a:t>Semantic embedding:</a:t>
            </a:r>
            <a:endParaRPr/>
          </a:p>
          <a:p>
            <a:pPr indent="-342900" lvl="0" marL="342900" rtl="0" algn="l">
              <a:lnSpc>
                <a:spcPct val="90000"/>
              </a:lnSpc>
              <a:spcBef>
                <a:spcPts val="1000"/>
              </a:spcBef>
              <a:spcAft>
                <a:spcPts val="0"/>
              </a:spcAft>
              <a:buSzPts val="1440"/>
              <a:buFont typeface="Arial"/>
              <a:buChar char="•"/>
            </a:pPr>
            <a:r>
              <a:rPr lang="en-US">
                <a:latin typeface="Times New Roman"/>
                <a:ea typeface="Times New Roman"/>
                <a:cs typeface="Times New Roman"/>
                <a:sym typeface="Times New Roman"/>
              </a:rPr>
              <a:t>To quantify the semantic similarity of two texts. We pass the convert_to_tensor = True boundary to the encode work. </a:t>
            </a:r>
            <a:endParaRPr/>
          </a:p>
          <a:p>
            <a:pPr indent="-342900" lvl="0" marL="342900" rtl="0" algn="l">
              <a:lnSpc>
                <a:spcPct val="90000"/>
              </a:lnSpc>
              <a:spcBef>
                <a:spcPts val="1000"/>
              </a:spcBef>
              <a:spcAft>
                <a:spcPts val="0"/>
              </a:spcAft>
              <a:buSzPts val="1440"/>
              <a:buFont typeface="Arial"/>
              <a:buChar char="•"/>
            </a:pPr>
            <a:r>
              <a:rPr lang="en-US">
                <a:latin typeface="Times New Roman"/>
                <a:ea typeface="Times New Roman"/>
                <a:cs typeface="Times New Roman"/>
                <a:sym typeface="Times New Roman"/>
              </a:rPr>
              <a:t>This will return a pytorch tensor containing our embeddings. We can then call util.cos_sim(A, B) which processes the cosine likeness between all vectors in A and all vectors in B. </a:t>
            </a:r>
            <a:endParaRPr/>
          </a:p>
          <a:p>
            <a:pPr indent="-342900" lvl="0" marL="342900" rtl="0" algn="l">
              <a:lnSpc>
                <a:spcPct val="90000"/>
              </a:lnSpc>
              <a:spcBef>
                <a:spcPts val="1000"/>
              </a:spcBef>
              <a:spcAft>
                <a:spcPts val="0"/>
              </a:spcAft>
              <a:buSzPts val="1440"/>
              <a:buFont typeface="Arial"/>
              <a:buChar char="•"/>
            </a:pPr>
            <a:r>
              <a:rPr i="0" lang="en-US">
                <a:latin typeface="Times New Roman"/>
                <a:ea typeface="Times New Roman"/>
                <a:cs typeface="Times New Roman"/>
                <a:sym typeface="Times New Roman"/>
              </a:rPr>
              <a:t>It returns in the model a 3x3 network with the separate cosine similarity scores for all potential matches somewhere in the range of embeddings1 and embeddings2</a:t>
            </a:r>
            <a:r>
              <a:rPr i="0" lang="en-US" sz="1400">
                <a:latin typeface="Times New Roman"/>
                <a:ea typeface="Times New Roman"/>
                <a:cs typeface="Times New Roman"/>
                <a:sym typeface="Times New Roman"/>
              </a:rPr>
              <a:t>.</a:t>
            </a:r>
            <a:endParaRPr i="1" sz="1400">
              <a:latin typeface="Times New Roman"/>
              <a:ea typeface="Times New Roman"/>
              <a:cs typeface="Times New Roman"/>
              <a:sym typeface="Times New Roman"/>
            </a:endParaRPr>
          </a:p>
          <a:p>
            <a:pPr indent="0" lvl="0" marL="0" rtl="0" algn="l">
              <a:lnSpc>
                <a:spcPct val="90000"/>
              </a:lnSpc>
              <a:spcBef>
                <a:spcPts val="1000"/>
              </a:spcBef>
              <a:spcAft>
                <a:spcPts val="0"/>
              </a:spcAft>
              <a:buSzPts val="1120"/>
              <a:buNone/>
            </a:pPr>
            <a:r>
              <a:t/>
            </a:r>
            <a:endParaRPr sz="1400">
              <a:latin typeface="Times New Roman"/>
              <a:ea typeface="Times New Roman"/>
              <a:cs typeface="Times New Roman"/>
              <a:sym typeface="Times New Roman"/>
            </a:endParaRPr>
          </a:p>
          <a:p>
            <a:pPr indent="-271780" lvl="0" marL="342900" rtl="0" algn="l">
              <a:lnSpc>
                <a:spcPct val="90000"/>
              </a:lnSpc>
              <a:spcBef>
                <a:spcPts val="1000"/>
              </a:spcBef>
              <a:spcAft>
                <a:spcPts val="0"/>
              </a:spcAft>
              <a:buSzPts val="1120"/>
              <a:buNone/>
            </a:pPr>
            <a:r>
              <a:t/>
            </a:r>
            <a:endParaRPr sz="14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6" name="Shape 376"/>
        <p:cNvGrpSpPr/>
        <p:nvPr/>
      </p:nvGrpSpPr>
      <p:grpSpPr>
        <a:xfrm>
          <a:off x="0" y="0"/>
          <a:ext cx="0" cy="0"/>
          <a:chOff x="0" y="0"/>
          <a:chExt cx="0" cy="0"/>
        </a:xfrm>
      </p:grpSpPr>
      <p:sp>
        <p:nvSpPr>
          <p:cNvPr id="377" name="Google Shape;377;p8"/>
          <p:cNvSpPr/>
          <p:nvPr/>
        </p:nvSpPr>
        <p:spPr>
          <a:xfrm>
            <a:off x="0" y="0"/>
            <a:ext cx="12192000" cy="6858000"/>
          </a:xfrm>
          <a:prstGeom prst="rect">
            <a:avLst/>
          </a:prstGeom>
          <a:gradFill>
            <a:gsLst>
              <a:gs pos="0">
                <a:schemeClr val="lt1"/>
              </a:gs>
              <a:gs pos="100000">
                <a:srgbClr val="7E7E7E"/>
              </a:gs>
            </a:gsLst>
            <a:path path="circle">
              <a:fillToRect b="100%" r="100%"/>
            </a:path>
            <a:tileRect l="-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78" name="Google Shape;378;p8"/>
          <p:cNvSpPr/>
          <p:nvPr/>
        </p:nvSpPr>
        <p:spPr>
          <a:xfrm>
            <a:off x="476250" y="473745"/>
            <a:ext cx="11227090" cy="5902829"/>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8"/>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8"/>
          <p:cNvSpPr txBox="1"/>
          <p:nvPr>
            <p:ph idx="1" type="body"/>
          </p:nvPr>
        </p:nvSpPr>
        <p:spPr>
          <a:xfrm>
            <a:off x="1154954" y="773723"/>
            <a:ext cx="8182191" cy="5036139"/>
          </a:xfrm>
          <a:prstGeom prst="rect">
            <a:avLst/>
          </a:prstGeom>
          <a:noFill/>
          <a:ln>
            <a:noFill/>
          </a:ln>
        </p:spPr>
        <p:txBody>
          <a:bodyPr anchorCtr="0" anchor="ctr" bIns="45700" lIns="91425" spcFirstLastPara="1" rIns="91425" wrap="square" tIns="45700">
            <a:normAutofit lnSpcReduction="10000"/>
          </a:bodyPr>
          <a:lstStyle/>
          <a:p>
            <a:pPr indent="-342900" lvl="0" marL="342900" rtl="0" algn="l">
              <a:lnSpc>
                <a:spcPct val="90000"/>
              </a:lnSpc>
              <a:spcBef>
                <a:spcPts val="0"/>
              </a:spcBef>
              <a:spcAft>
                <a:spcPts val="0"/>
              </a:spcAft>
              <a:buSzPts val="1440"/>
              <a:buChar char="►"/>
            </a:pPr>
            <a:r>
              <a:rPr b="1" lang="en-US">
                <a:solidFill>
                  <a:schemeClr val="dk1"/>
                </a:solidFill>
                <a:latin typeface="Times New Roman"/>
                <a:ea typeface="Times New Roman"/>
                <a:cs typeface="Times New Roman"/>
                <a:sym typeface="Times New Roman"/>
              </a:rPr>
              <a:t>Deep learning Models:</a:t>
            </a:r>
            <a:endParaRPr/>
          </a:p>
          <a:p>
            <a:pPr indent="0" lvl="0" marL="0" rtl="0" algn="l">
              <a:lnSpc>
                <a:spcPct val="90000"/>
              </a:lnSpc>
              <a:spcBef>
                <a:spcPts val="1000"/>
              </a:spcBef>
              <a:spcAft>
                <a:spcPts val="0"/>
              </a:spcAft>
              <a:buSzPts val="1440"/>
              <a:buNone/>
            </a:pPr>
            <a:r>
              <a:rPr lang="en-US">
                <a:solidFill>
                  <a:schemeClr val="dk1"/>
                </a:solidFill>
                <a:latin typeface="Times New Roman"/>
                <a:ea typeface="Times New Roman"/>
                <a:cs typeface="Times New Roman"/>
                <a:sym typeface="Times New Roman"/>
              </a:rPr>
              <a:t>It includes transformer models which require a large-scale training data to achieve high accuracy. The models include XLM-RoBERTa and mT5.</a:t>
            </a:r>
            <a:endParaRPr/>
          </a:p>
          <a:p>
            <a:pPr indent="0" lvl="0" marL="0" rtl="0" algn="l">
              <a:lnSpc>
                <a:spcPct val="90000"/>
              </a:lnSpc>
              <a:spcBef>
                <a:spcPts val="1000"/>
              </a:spcBef>
              <a:spcAft>
                <a:spcPts val="0"/>
              </a:spcAft>
              <a:buSzPts val="1440"/>
              <a:buNone/>
            </a:pPr>
            <a:r>
              <a:t/>
            </a:r>
            <a:endParaRPr>
              <a:solidFill>
                <a:schemeClr val="dk1"/>
              </a:solidFill>
              <a:latin typeface="Times New Roman"/>
              <a:ea typeface="Times New Roman"/>
              <a:cs typeface="Times New Roman"/>
              <a:sym typeface="Times New Roman"/>
            </a:endParaRPr>
          </a:p>
          <a:p>
            <a:pPr indent="-342900" lvl="0" marL="342900" rtl="0" algn="l">
              <a:lnSpc>
                <a:spcPct val="90000"/>
              </a:lnSpc>
              <a:spcBef>
                <a:spcPts val="1000"/>
              </a:spcBef>
              <a:spcAft>
                <a:spcPts val="0"/>
              </a:spcAft>
              <a:buSzPts val="1440"/>
              <a:buFont typeface="Noto Sans Symbols"/>
              <a:buChar char="❑"/>
            </a:pPr>
            <a:r>
              <a:rPr b="1" lang="en-US">
                <a:solidFill>
                  <a:schemeClr val="dk1"/>
                </a:solidFill>
                <a:latin typeface="Times New Roman"/>
                <a:ea typeface="Times New Roman"/>
                <a:cs typeface="Times New Roman"/>
                <a:sym typeface="Times New Roman"/>
              </a:rPr>
              <a:t>XLM-RoBERTa:</a:t>
            </a:r>
            <a:endParaRPr/>
          </a:p>
          <a:p>
            <a:pPr indent="-342900" lvl="0" marL="342900" rtl="0" algn="l">
              <a:lnSpc>
                <a:spcPct val="90000"/>
              </a:lnSpc>
              <a:spcBef>
                <a:spcPts val="1000"/>
              </a:spcBef>
              <a:spcAft>
                <a:spcPts val="0"/>
              </a:spcAft>
              <a:buSzPts val="1440"/>
              <a:buFont typeface="Arial"/>
              <a:buChar char="•"/>
            </a:pPr>
            <a:r>
              <a:rPr lang="en-US">
                <a:solidFill>
                  <a:schemeClr val="dk1"/>
                </a:solidFill>
                <a:latin typeface="Times New Roman"/>
                <a:ea typeface="Times New Roman"/>
                <a:cs typeface="Times New Roman"/>
                <a:sym typeface="Times New Roman"/>
              </a:rPr>
              <a:t>RoBERTa has a multilingual variant called XLM-RoBERTa. It has been pre-trained on 2.5 TB of filtered CommonCrawl data with 100 languages.</a:t>
            </a:r>
            <a:endParaRPr/>
          </a:p>
          <a:p>
            <a:pPr indent="-342900" lvl="0" marL="342900" rtl="0" algn="l">
              <a:lnSpc>
                <a:spcPct val="90000"/>
              </a:lnSpc>
              <a:spcBef>
                <a:spcPts val="1000"/>
              </a:spcBef>
              <a:spcAft>
                <a:spcPts val="0"/>
              </a:spcAft>
              <a:buSzPts val="1440"/>
              <a:buFont typeface="Arial"/>
              <a:buChar char="•"/>
            </a:pPr>
            <a:r>
              <a:rPr lang="en-US">
                <a:solidFill>
                  <a:schemeClr val="dk1"/>
                </a:solidFill>
                <a:latin typeface="Times New Roman"/>
                <a:ea typeface="Times New Roman"/>
                <a:cs typeface="Times New Roman"/>
                <a:sym typeface="Times New Roman"/>
              </a:rPr>
              <a:t> It is a self-supervised transformers model that was trained on a big dataset. This implies it was pre-trained on simply the raw texts, with no human classification (which is why it can use very much publically available data), and then used an automatic method to build inputs and labels from all those texts.</a:t>
            </a:r>
            <a:endParaRPr/>
          </a:p>
          <a:p>
            <a:pPr indent="-342900" lvl="0" marL="342900" rtl="0" algn="l">
              <a:lnSpc>
                <a:spcPct val="90000"/>
              </a:lnSpc>
              <a:spcBef>
                <a:spcPts val="1000"/>
              </a:spcBef>
              <a:spcAft>
                <a:spcPts val="0"/>
              </a:spcAft>
              <a:buSzPts val="1440"/>
              <a:buFont typeface="Noto Sans Symbols"/>
              <a:buChar char="❑"/>
            </a:pPr>
            <a:r>
              <a:rPr b="1" lang="en-US">
                <a:solidFill>
                  <a:schemeClr val="dk1"/>
                </a:solidFill>
                <a:latin typeface="Times New Roman"/>
                <a:ea typeface="Times New Roman"/>
                <a:cs typeface="Times New Roman"/>
                <a:sym typeface="Times New Roman"/>
              </a:rPr>
              <a:t>mT5:</a:t>
            </a:r>
            <a:endParaRPr/>
          </a:p>
          <a:p>
            <a:pPr indent="-342900" lvl="0" marL="342900" rtl="0" algn="l">
              <a:lnSpc>
                <a:spcPct val="90000"/>
              </a:lnSpc>
              <a:spcBef>
                <a:spcPts val="1000"/>
              </a:spcBef>
              <a:spcAft>
                <a:spcPts val="0"/>
              </a:spcAft>
              <a:buSzPts val="1440"/>
              <a:buFont typeface="Arial"/>
              <a:buChar char="•"/>
            </a:pPr>
            <a:r>
              <a:rPr lang="en-US">
                <a:solidFill>
                  <a:schemeClr val="dk1"/>
                </a:solidFill>
                <a:latin typeface="Times New Roman"/>
                <a:ea typeface="Times New Roman"/>
                <a:cs typeface="Times New Roman"/>
                <a:sym typeface="Times New Roman"/>
              </a:rPr>
              <a:t>mT5 is a multilingual Transformer model that has been pre-trained on a dataset (mC4) that includes text in 101 languages. </a:t>
            </a:r>
            <a:endParaRPr/>
          </a:p>
          <a:p>
            <a:pPr indent="-342900" lvl="0" marL="342900" rtl="0" algn="l">
              <a:lnSpc>
                <a:spcPct val="90000"/>
              </a:lnSpc>
              <a:spcBef>
                <a:spcPts val="1000"/>
              </a:spcBef>
              <a:spcAft>
                <a:spcPts val="0"/>
              </a:spcAft>
              <a:buSzPts val="1440"/>
              <a:buFont typeface="Arial"/>
              <a:buChar char="•"/>
            </a:pPr>
            <a:r>
              <a:rPr lang="en-US">
                <a:solidFill>
                  <a:schemeClr val="dk1"/>
                </a:solidFill>
                <a:latin typeface="Times New Roman"/>
                <a:ea typeface="Times New Roman"/>
                <a:cs typeface="Times New Roman"/>
                <a:sym typeface="Times New Roman"/>
              </a:rPr>
              <a:t>It was created to support any Natural Language Processing task (classification, question answering, etc.)</a:t>
            </a:r>
            <a:endParaRPr>
              <a:solidFill>
                <a:schemeClr val="dk1"/>
              </a:solidFill>
              <a:latin typeface="Times New Roman"/>
              <a:ea typeface="Times New Roman"/>
              <a:cs typeface="Times New Roman"/>
              <a:sym typeface="Times New Roman"/>
            </a:endParaRPr>
          </a:p>
          <a:p>
            <a:pPr indent="0" lvl="0" marL="0" rtl="0" algn="l">
              <a:lnSpc>
                <a:spcPct val="90000"/>
              </a:lnSpc>
              <a:spcBef>
                <a:spcPts val="1000"/>
              </a:spcBef>
              <a:spcAft>
                <a:spcPts val="0"/>
              </a:spcAft>
              <a:buSzPts val="1040"/>
              <a:buNone/>
            </a:pPr>
            <a:r>
              <a:t/>
            </a:r>
            <a:endParaRPr sz="1300">
              <a:solidFill>
                <a:schemeClr val="dk1"/>
              </a:solidFill>
              <a:latin typeface="Times New Roman"/>
              <a:ea typeface="Times New Roman"/>
              <a:cs typeface="Times New Roman"/>
              <a:sym typeface="Times New Roman"/>
            </a:endParaRPr>
          </a:p>
          <a:p>
            <a:pPr indent="0" lvl="0" marL="0" rtl="0" algn="l">
              <a:lnSpc>
                <a:spcPct val="90000"/>
              </a:lnSpc>
              <a:spcBef>
                <a:spcPts val="1000"/>
              </a:spcBef>
              <a:spcAft>
                <a:spcPts val="0"/>
              </a:spcAft>
              <a:buSzPts val="1040"/>
              <a:buNone/>
            </a:pPr>
            <a:r>
              <a:t/>
            </a:r>
            <a:endParaRPr sz="1300">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84" name="Shape 384"/>
        <p:cNvGrpSpPr/>
        <p:nvPr/>
      </p:nvGrpSpPr>
      <p:grpSpPr>
        <a:xfrm>
          <a:off x="0" y="0"/>
          <a:ext cx="0" cy="0"/>
          <a:chOff x="0" y="0"/>
          <a:chExt cx="0" cy="0"/>
        </a:xfrm>
      </p:grpSpPr>
      <p:sp>
        <p:nvSpPr>
          <p:cNvPr id="385" name="Google Shape;385;p9"/>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lt2"/>
              </a:buClr>
              <a:buSzPts val="3600"/>
              <a:buFont typeface="Century Gothic"/>
              <a:buNone/>
            </a:pPr>
            <a:r>
              <a:rPr lang="en-US"/>
              <a:t>Evaluation</a:t>
            </a:r>
            <a:endParaRPr/>
          </a:p>
        </p:txBody>
      </p:sp>
      <p:pic>
        <p:nvPicPr>
          <p:cNvPr descr="Close up of ruler" id="386" name="Google Shape;386;p9"/>
          <p:cNvPicPr preferRelativeResize="0"/>
          <p:nvPr/>
        </p:nvPicPr>
        <p:blipFill rotWithShape="1">
          <a:blip r:embed="rId3">
            <a:alphaModFix/>
          </a:blip>
          <a:srcRect b="4" l="25" r="5417" t="0"/>
          <a:stretch/>
        </p:blipFill>
        <p:spPr>
          <a:xfrm>
            <a:off x="1151467" y="2775951"/>
            <a:ext cx="4345024" cy="3067163"/>
          </a:xfrm>
          <a:prstGeom prst="roundRect">
            <a:avLst>
              <a:gd fmla="val 1858" name="adj"/>
            </a:avLst>
          </a:prstGeom>
          <a:noFill/>
          <a:ln>
            <a:noFill/>
          </a:ln>
          <a:effectLst>
            <a:outerShdw blurRad="50800" rotWithShape="0" algn="tl" dir="5400000" dist="50800">
              <a:srgbClr val="000000">
                <a:alpha val="42745"/>
              </a:srgbClr>
            </a:outerShdw>
          </a:effectLst>
        </p:spPr>
      </p:pic>
      <p:sp>
        <p:nvSpPr>
          <p:cNvPr id="387" name="Google Shape;387;p9"/>
          <p:cNvSpPr txBox="1"/>
          <p:nvPr>
            <p:ph idx="1" type="body"/>
          </p:nvPr>
        </p:nvSpPr>
        <p:spPr>
          <a:xfrm>
            <a:off x="5980954" y="2603500"/>
            <a:ext cx="5211979" cy="34163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SzPts val="1440"/>
              <a:buNone/>
            </a:pPr>
            <a:r>
              <a:rPr b="1" lang="en-US"/>
              <a:t>MRC Evaluation measures:</a:t>
            </a:r>
            <a:endParaRPr/>
          </a:p>
          <a:p>
            <a:pPr indent="0" lvl="0" marL="0" rtl="0" algn="l">
              <a:spcBef>
                <a:spcPts val="1000"/>
              </a:spcBef>
              <a:spcAft>
                <a:spcPts val="0"/>
              </a:spcAft>
              <a:buSzPts val="1440"/>
              <a:buNone/>
            </a:pPr>
            <a:r>
              <a:t/>
            </a:r>
            <a:endParaRPr b="1"/>
          </a:p>
          <a:p>
            <a:pPr indent="0" lvl="0" marL="0" rtl="0" algn="l">
              <a:spcBef>
                <a:spcPts val="1000"/>
              </a:spcBef>
              <a:spcAft>
                <a:spcPts val="0"/>
              </a:spcAft>
              <a:buSzPts val="1440"/>
              <a:buNone/>
            </a:pPr>
            <a:r>
              <a:rPr lang="en-US"/>
              <a:t>Three types of evaluation measures: </a:t>
            </a:r>
            <a:endParaRPr/>
          </a:p>
          <a:p>
            <a:pPr indent="-342900" lvl="0" marL="342900" rtl="0" algn="l">
              <a:spcBef>
                <a:spcPts val="1000"/>
              </a:spcBef>
              <a:spcAft>
                <a:spcPts val="0"/>
              </a:spcAft>
              <a:buSzPts val="1440"/>
              <a:buChar char="►"/>
            </a:pPr>
            <a:r>
              <a:rPr lang="en-US"/>
              <a:t>F1 Score</a:t>
            </a:r>
            <a:endParaRPr/>
          </a:p>
          <a:p>
            <a:pPr indent="0" lvl="0" marL="0" rtl="0" algn="l">
              <a:spcBef>
                <a:spcPts val="1000"/>
              </a:spcBef>
              <a:spcAft>
                <a:spcPts val="0"/>
              </a:spcAft>
              <a:buSzPts val="1440"/>
              <a:buNone/>
            </a:pPr>
            <a:r>
              <a:t/>
            </a:r>
            <a:endParaRPr/>
          </a:p>
          <a:p>
            <a:pPr indent="-342900" lvl="0" marL="342900" rtl="0" algn="l">
              <a:spcBef>
                <a:spcPts val="1000"/>
              </a:spcBef>
              <a:spcAft>
                <a:spcPts val="0"/>
              </a:spcAft>
              <a:buSzPts val="1440"/>
              <a:buChar char="►"/>
            </a:pPr>
            <a:r>
              <a:rPr lang="en-US"/>
              <a:t>Exact Match</a:t>
            </a:r>
            <a:endParaRPr/>
          </a:p>
          <a:p>
            <a:pPr indent="-251459" lvl="0" marL="342900" rtl="0" algn="l">
              <a:spcBef>
                <a:spcPts val="1000"/>
              </a:spcBef>
              <a:spcAft>
                <a:spcPts val="0"/>
              </a:spcAft>
              <a:buSzPts val="1440"/>
              <a:buNone/>
            </a:pPr>
            <a:r>
              <a:t/>
            </a:r>
            <a:endParaRPr/>
          </a:p>
          <a:p>
            <a:pPr indent="-342900" lvl="0" marL="342900" rtl="0" algn="l">
              <a:spcBef>
                <a:spcPts val="1000"/>
              </a:spcBef>
              <a:spcAft>
                <a:spcPts val="0"/>
              </a:spcAft>
              <a:buSzPts val="1440"/>
              <a:buChar char="►"/>
            </a:pPr>
            <a:r>
              <a:rPr lang="en-US"/>
              <a:t>ROUGE-1</a:t>
            </a:r>
            <a:endParaRPr/>
          </a:p>
          <a:p>
            <a:pPr indent="0" lvl="0" marL="0" rtl="0" algn="l">
              <a:spcBef>
                <a:spcPts val="1000"/>
              </a:spcBef>
              <a:spcAft>
                <a:spcPts val="0"/>
              </a:spcAft>
              <a:buSzPts val="144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91" name="Shape 391"/>
        <p:cNvGrpSpPr/>
        <p:nvPr/>
      </p:nvGrpSpPr>
      <p:grpSpPr>
        <a:xfrm>
          <a:off x="0" y="0"/>
          <a:ext cx="0" cy="0"/>
          <a:chOff x="0" y="0"/>
          <a:chExt cx="0" cy="0"/>
        </a:xfrm>
      </p:grpSpPr>
      <p:sp>
        <p:nvSpPr>
          <p:cNvPr id="392" name="Google Shape;392;p10"/>
          <p:cNvSpPr/>
          <p:nvPr/>
        </p:nvSpPr>
        <p:spPr>
          <a:xfrm>
            <a:off x="0" y="0"/>
            <a:ext cx="12192000" cy="6858000"/>
          </a:xfrm>
          <a:prstGeom prst="rect">
            <a:avLst/>
          </a:prstGeom>
          <a:gradFill>
            <a:gsLst>
              <a:gs pos="0">
                <a:schemeClr val="lt1"/>
              </a:gs>
              <a:gs pos="100000">
                <a:srgbClr val="7E7E7E"/>
              </a:gs>
            </a:gsLst>
            <a:path path="circle">
              <a:fillToRect b="100%" r="100%"/>
            </a:path>
            <a:tileRect l="-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393" name="Google Shape;393;p10"/>
          <p:cNvSpPr/>
          <p:nvPr/>
        </p:nvSpPr>
        <p:spPr>
          <a:xfrm>
            <a:off x="476250" y="473745"/>
            <a:ext cx="11227090" cy="5902829"/>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0"/>
          <p:cNvSpPr txBox="1"/>
          <p:nvPr>
            <p:ph type="title"/>
          </p:nvPr>
        </p:nvSpPr>
        <p:spPr>
          <a:xfrm>
            <a:off x="1154954" y="855482"/>
            <a:ext cx="8761413" cy="898674"/>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dk2"/>
              </a:buClr>
              <a:buSzPts val="3600"/>
              <a:buFont typeface="Century Gothic"/>
              <a:buNone/>
            </a:pPr>
            <a:r>
              <a:rPr lang="en-US">
                <a:solidFill>
                  <a:schemeClr val="dk2"/>
                </a:solidFill>
              </a:rPr>
              <a:t>Evaluation Metrics</a:t>
            </a:r>
            <a:endParaRPr/>
          </a:p>
        </p:txBody>
      </p:sp>
      <p:sp>
        <p:nvSpPr>
          <p:cNvPr id="395" name="Google Shape;395;p10"/>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0"/>
          <p:cNvSpPr txBox="1"/>
          <p:nvPr>
            <p:ph idx="1" type="body"/>
          </p:nvPr>
        </p:nvSpPr>
        <p:spPr>
          <a:xfrm>
            <a:off x="1154954" y="1547446"/>
            <a:ext cx="9072258" cy="467047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120"/>
              <a:buNone/>
            </a:pPr>
            <a:r>
              <a:t/>
            </a:r>
            <a:endParaRPr b="1" sz="1400">
              <a:solidFill>
                <a:schemeClr val="dk1"/>
              </a:solidFill>
            </a:endParaRPr>
          </a:p>
          <a:p>
            <a:pPr indent="-342900" lvl="0" marL="342900" rtl="0" algn="l">
              <a:lnSpc>
                <a:spcPct val="90000"/>
              </a:lnSpc>
              <a:spcBef>
                <a:spcPts val="1000"/>
              </a:spcBef>
              <a:spcAft>
                <a:spcPts val="0"/>
              </a:spcAft>
              <a:buSzPts val="1440"/>
              <a:buChar char="►"/>
            </a:pPr>
            <a:r>
              <a:rPr b="1" lang="en-US">
                <a:solidFill>
                  <a:schemeClr val="dk1"/>
                </a:solidFill>
                <a:latin typeface="Times New Roman"/>
                <a:ea typeface="Times New Roman"/>
                <a:cs typeface="Times New Roman"/>
                <a:sym typeface="Times New Roman"/>
              </a:rPr>
              <a:t>F1 score: </a:t>
            </a:r>
            <a:endParaRPr/>
          </a:p>
          <a:p>
            <a:pPr indent="0" lvl="0" marL="0" rtl="0" algn="l">
              <a:lnSpc>
                <a:spcPct val="90000"/>
              </a:lnSpc>
              <a:spcBef>
                <a:spcPts val="1000"/>
              </a:spcBef>
              <a:spcAft>
                <a:spcPts val="0"/>
              </a:spcAft>
              <a:buSzPts val="1440"/>
              <a:buNone/>
            </a:pPr>
            <a:r>
              <a:rPr lang="en-US">
                <a:solidFill>
                  <a:schemeClr val="dk1"/>
                </a:solidFill>
                <a:latin typeface="Times New Roman"/>
                <a:ea typeface="Times New Roman"/>
                <a:cs typeface="Times New Roman"/>
                <a:sym typeface="Times New Roman"/>
              </a:rPr>
              <a:t>	It considers the system output and the ground-truth answer as bag-of-tokens (words).</a:t>
            </a:r>
            <a:endParaRPr/>
          </a:p>
          <a:p>
            <a:pPr indent="0" lvl="0" marL="0" rtl="0" algn="l">
              <a:lnSpc>
                <a:spcPct val="90000"/>
              </a:lnSpc>
              <a:spcBef>
                <a:spcPts val="1000"/>
              </a:spcBef>
              <a:spcAft>
                <a:spcPts val="0"/>
              </a:spcAft>
              <a:buSzPts val="1440"/>
              <a:buNone/>
            </a:pPr>
            <a:r>
              <a:rPr lang="en-US">
                <a:solidFill>
                  <a:schemeClr val="dk1"/>
                </a:solidFill>
                <a:latin typeface="Times New Roman"/>
                <a:ea typeface="Times New Roman"/>
                <a:cs typeface="Times New Roman"/>
                <a:sym typeface="Times New Roman"/>
              </a:rPr>
              <a:t>                                  </a:t>
            </a:r>
            <a:r>
              <a:rPr b="1" lang="en-US">
                <a:solidFill>
                  <a:schemeClr val="dk1"/>
                </a:solidFill>
                <a:latin typeface="Times New Roman"/>
                <a:ea typeface="Times New Roman"/>
                <a:cs typeface="Times New Roman"/>
                <a:sym typeface="Times New Roman"/>
              </a:rPr>
              <a:t>𝐹1 = 2 × </a:t>
            </a:r>
            <a:r>
              <a:rPr b="1" lang="en-US" u="sng">
                <a:solidFill>
                  <a:schemeClr val="dk1"/>
                </a:solidFill>
                <a:latin typeface="Times New Roman"/>
                <a:ea typeface="Times New Roman"/>
                <a:cs typeface="Times New Roman"/>
                <a:sym typeface="Times New Roman"/>
              </a:rPr>
              <a:t>𝑝𝑟𝑒𝑐𝑖𝑠𝑖𝑜𝑛×𝑟𝑒𝑐𝑎𝑙𝑙</a:t>
            </a:r>
            <a:endParaRPr>
              <a:solidFill>
                <a:schemeClr val="dk1"/>
              </a:solidFill>
              <a:latin typeface="Times New Roman"/>
              <a:ea typeface="Times New Roman"/>
              <a:cs typeface="Times New Roman"/>
              <a:sym typeface="Times New Roman"/>
            </a:endParaRPr>
          </a:p>
          <a:p>
            <a:pPr indent="0" lvl="0" marL="0" rtl="0" algn="l">
              <a:lnSpc>
                <a:spcPct val="90000"/>
              </a:lnSpc>
              <a:spcBef>
                <a:spcPts val="1000"/>
              </a:spcBef>
              <a:spcAft>
                <a:spcPts val="0"/>
              </a:spcAft>
              <a:buSzPts val="1440"/>
              <a:buNone/>
            </a:pPr>
            <a:r>
              <a:rPr b="1" lang="en-US">
                <a:solidFill>
                  <a:schemeClr val="dk1"/>
                </a:solidFill>
                <a:latin typeface="Times New Roman"/>
                <a:ea typeface="Times New Roman"/>
                <a:cs typeface="Times New Roman"/>
                <a:sym typeface="Times New Roman"/>
              </a:rPr>
              <a:t>                                                  𝑝𝑟𝑒𝑐𝑖𝑠𝑖𝑜𝑛+𝑟𝑒𝑐𝑎𝑙𝑙</a:t>
            </a:r>
            <a:endParaRPr>
              <a:solidFill>
                <a:schemeClr val="dk1"/>
              </a:solidFill>
              <a:latin typeface="Times New Roman"/>
              <a:ea typeface="Times New Roman"/>
              <a:cs typeface="Times New Roman"/>
              <a:sym typeface="Times New Roman"/>
            </a:endParaRPr>
          </a:p>
          <a:p>
            <a:pPr indent="-342900" lvl="0" marL="342900" rtl="0" algn="l">
              <a:lnSpc>
                <a:spcPct val="90000"/>
              </a:lnSpc>
              <a:spcBef>
                <a:spcPts val="1000"/>
              </a:spcBef>
              <a:spcAft>
                <a:spcPts val="0"/>
              </a:spcAft>
              <a:buSzPts val="1440"/>
              <a:buChar char="►"/>
            </a:pPr>
            <a:r>
              <a:rPr b="1" lang="en-US">
                <a:solidFill>
                  <a:schemeClr val="dk1"/>
                </a:solidFill>
                <a:latin typeface="Times New Roman"/>
                <a:ea typeface="Times New Roman"/>
                <a:cs typeface="Times New Roman"/>
                <a:sym typeface="Times New Roman"/>
              </a:rPr>
              <a:t>Exact Match (EM):</a:t>
            </a:r>
            <a:r>
              <a:rPr lang="en-US">
                <a:solidFill>
                  <a:schemeClr val="dk1"/>
                </a:solidFill>
                <a:latin typeface="Times New Roman"/>
                <a:ea typeface="Times New Roman"/>
                <a:cs typeface="Times New Roman"/>
                <a:sym typeface="Times New Roman"/>
              </a:rPr>
              <a:t> </a:t>
            </a:r>
            <a:endParaRPr/>
          </a:p>
          <a:p>
            <a:pPr indent="0" lvl="0" marL="0" rtl="0" algn="l">
              <a:lnSpc>
                <a:spcPct val="90000"/>
              </a:lnSpc>
              <a:spcBef>
                <a:spcPts val="1000"/>
              </a:spcBef>
              <a:spcAft>
                <a:spcPts val="0"/>
              </a:spcAft>
              <a:buSzPts val="1440"/>
              <a:buNone/>
            </a:pPr>
            <a:r>
              <a:rPr lang="en-US">
                <a:solidFill>
                  <a:schemeClr val="dk1"/>
                </a:solidFill>
                <a:latin typeface="Times New Roman"/>
                <a:ea typeface="Times New Roman"/>
                <a:cs typeface="Times New Roman"/>
                <a:sym typeface="Times New Roman"/>
              </a:rPr>
              <a:t>	This is the percentage of answers that exactly match with the correct answers.</a:t>
            </a:r>
            <a:endParaRPr/>
          </a:p>
          <a:p>
            <a:pPr indent="0" lvl="0" marL="0" rtl="0" algn="l">
              <a:lnSpc>
                <a:spcPct val="90000"/>
              </a:lnSpc>
              <a:spcBef>
                <a:spcPts val="1000"/>
              </a:spcBef>
              <a:spcAft>
                <a:spcPts val="0"/>
              </a:spcAft>
              <a:buSzPts val="1440"/>
              <a:buNone/>
            </a:pPr>
            <a:r>
              <a:t/>
            </a:r>
            <a:endParaRPr>
              <a:solidFill>
                <a:schemeClr val="dk1"/>
              </a:solidFill>
              <a:latin typeface="Times New Roman"/>
              <a:ea typeface="Times New Roman"/>
              <a:cs typeface="Times New Roman"/>
              <a:sym typeface="Times New Roman"/>
            </a:endParaRPr>
          </a:p>
          <a:p>
            <a:pPr indent="-342900" lvl="0" marL="342900" rtl="0" algn="l">
              <a:lnSpc>
                <a:spcPct val="90000"/>
              </a:lnSpc>
              <a:spcBef>
                <a:spcPts val="1000"/>
              </a:spcBef>
              <a:spcAft>
                <a:spcPts val="0"/>
              </a:spcAft>
              <a:buSzPts val="1440"/>
              <a:buChar char="►"/>
            </a:pPr>
            <a:r>
              <a:rPr b="1" lang="en-US">
                <a:solidFill>
                  <a:schemeClr val="dk1"/>
                </a:solidFill>
                <a:latin typeface="Times New Roman"/>
                <a:ea typeface="Times New Roman"/>
                <a:cs typeface="Times New Roman"/>
                <a:sym typeface="Times New Roman"/>
              </a:rPr>
              <a:t>ROUGE-1:</a:t>
            </a:r>
            <a:endParaRPr/>
          </a:p>
          <a:p>
            <a:pPr indent="0" lvl="0" marL="0" rtl="0" algn="l">
              <a:lnSpc>
                <a:spcPct val="90000"/>
              </a:lnSpc>
              <a:spcBef>
                <a:spcPts val="1000"/>
              </a:spcBef>
              <a:spcAft>
                <a:spcPts val="0"/>
              </a:spcAft>
              <a:buSzPts val="1440"/>
              <a:buNone/>
            </a:pPr>
            <a:r>
              <a:rPr b="1" lang="en-US">
                <a:solidFill>
                  <a:schemeClr val="dk1"/>
                </a:solidFill>
                <a:latin typeface="Times New Roman"/>
                <a:ea typeface="Times New Roman"/>
                <a:cs typeface="Times New Roman"/>
                <a:sym typeface="Times New Roman"/>
              </a:rPr>
              <a:t>       </a:t>
            </a:r>
            <a:r>
              <a:rPr lang="en-US">
                <a:solidFill>
                  <a:schemeClr val="dk1"/>
                </a:solidFill>
                <a:latin typeface="Times New Roman"/>
                <a:ea typeface="Times New Roman"/>
                <a:cs typeface="Times New Roman"/>
                <a:sym typeface="Times New Roman"/>
              </a:rPr>
              <a:t> It has a Precision and Recall measures how comparable reference and candidate summaries are in terms of uni-grams. When we say uni-grams, we simply mean that each comparison token is a single word.</a:t>
            </a:r>
            <a:endParaRPr>
              <a:solidFill>
                <a:schemeClr val="dk1"/>
              </a:solidFill>
              <a:latin typeface="Times New Roman"/>
              <a:ea typeface="Times New Roman"/>
              <a:cs typeface="Times New Roman"/>
              <a:sym typeface="Times New Roman"/>
            </a:endParaRPr>
          </a:p>
          <a:p>
            <a:pPr indent="0" lvl="0" marL="0" rtl="0" algn="l">
              <a:lnSpc>
                <a:spcPct val="90000"/>
              </a:lnSpc>
              <a:spcBef>
                <a:spcPts val="1000"/>
              </a:spcBef>
              <a:spcAft>
                <a:spcPts val="0"/>
              </a:spcAft>
              <a:buSzPts val="1120"/>
              <a:buNone/>
            </a:pPr>
            <a:r>
              <a:t/>
            </a:r>
            <a:endParaRPr sz="14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00" name="Shape 400"/>
        <p:cNvGrpSpPr/>
        <p:nvPr/>
      </p:nvGrpSpPr>
      <p:grpSpPr>
        <a:xfrm>
          <a:off x="0" y="0"/>
          <a:ext cx="0" cy="0"/>
          <a:chOff x="0" y="0"/>
          <a:chExt cx="0" cy="0"/>
        </a:xfrm>
      </p:grpSpPr>
      <p:sp>
        <p:nvSpPr>
          <p:cNvPr id="401" name="Google Shape;401;p11"/>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EBEBEB"/>
              </a:buClr>
              <a:buSzPts val="3600"/>
              <a:buFont typeface="Century Gothic"/>
              <a:buNone/>
            </a:pPr>
            <a:r>
              <a:rPr lang="en-US">
                <a:solidFill>
                  <a:srgbClr val="EBEBEB"/>
                </a:solidFill>
              </a:rPr>
              <a:t>                   Model results</a:t>
            </a:r>
            <a:endParaRPr/>
          </a:p>
        </p:txBody>
      </p:sp>
      <p:graphicFrame>
        <p:nvGraphicFramePr>
          <p:cNvPr id="402" name="Google Shape;402;p11"/>
          <p:cNvGraphicFramePr/>
          <p:nvPr/>
        </p:nvGraphicFramePr>
        <p:xfrm>
          <a:off x="1526182" y="2925232"/>
          <a:ext cx="3000000" cy="3000000"/>
        </p:xfrm>
        <a:graphic>
          <a:graphicData uri="http://schemas.openxmlformats.org/drawingml/2006/table">
            <a:tbl>
              <a:tblPr bandRow="1" firstCol="1" firstRow="1">
                <a:noFill/>
                <a:tableStyleId>{F0900702-CE08-4CCC-B637-D7F60B6A6BE2}</a:tableStyleId>
              </a:tblPr>
              <a:tblGrid>
                <a:gridCol w="2688625"/>
                <a:gridCol w="2152750"/>
                <a:gridCol w="2152750"/>
                <a:gridCol w="2152750"/>
              </a:tblGrid>
              <a:tr h="339350">
                <a:tc>
                  <a:txBody>
                    <a:bodyPr/>
                    <a:lstStyle/>
                    <a:p>
                      <a:pPr indent="0" lvl="0" marL="0" marR="0" rtl="0" algn="just">
                        <a:lnSpc>
                          <a:spcPct val="150000"/>
                        </a:lnSpc>
                        <a:spcBef>
                          <a:spcPts val="0"/>
                        </a:spcBef>
                        <a:spcAft>
                          <a:spcPts val="0"/>
                        </a:spcAft>
                        <a:buNone/>
                      </a:pPr>
                      <a:r>
                        <a:rPr lang="en-US" sz="1500" u="none" cap="none" strike="noStrike">
                          <a:latin typeface="Times New Roman"/>
                          <a:ea typeface="Times New Roman"/>
                          <a:cs typeface="Times New Roman"/>
                          <a:sym typeface="Times New Roman"/>
                        </a:rPr>
                        <a:t>Model Name</a:t>
                      </a:r>
                      <a:endParaRPr sz="1500" u="none" cap="none" strike="noStrike">
                        <a:latin typeface="Times New Roman"/>
                        <a:ea typeface="Times New Roman"/>
                        <a:cs typeface="Times New Roman"/>
                        <a:sym typeface="Times New Roman"/>
                      </a:endParaRPr>
                    </a:p>
                  </a:txBody>
                  <a:tcPr marT="0" marB="0" marR="58350" marL="58350"/>
                </a:tc>
                <a:tc>
                  <a:txBody>
                    <a:bodyPr/>
                    <a:lstStyle/>
                    <a:p>
                      <a:pPr indent="0" lvl="0" marL="0" marR="0" rtl="0" algn="just">
                        <a:lnSpc>
                          <a:spcPct val="150000"/>
                        </a:lnSpc>
                        <a:spcBef>
                          <a:spcPts val="0"/>
                        </a:spcBef>
                        <a:spcAft>
                          <a:spcPts val="0"/>
                        </a:spcAft>
                        <a:buNone/>
                      </a:pPr>
                      <a:r>
                        <a:rPr lang="en-US" sz="1500" u="none" cap="none" strike="noStrike">
                          <a:latin typeface="Times New Roman"/>
                          <a:ea typeface="Times New Roman"/>
                          <a:cs typeface="Times New Roman"/>
                          <a:sym typeface="Times New Roman"/>
                        </a:rPr>
                        <a:t>F1 Score</a:t>
                      </a:r>
                      <a:endParaRPr sz="1500" u="none" cap="none" strike="noStrike">
                        <a:latin typeface="Times New Roman"/>
                        <a:ea typeface="Times New Roman"/>
                        <a:cs typeface="Times New Roman"/>
                        <a:sym typeface="Times New Roman"/>
                      </a:endParaRPr>
                    </a:p>
                  </a:txBody>
                  <a:tcPr marT="0" marB="0" marR="58350" marL="58350"/>
                </a:tc>
                <a:tc>
                  <a:txBody>
                    <a:bodyPr/>
                    <a:lstStyle/>
                    <a:p>
                      <a:pPr indent="0" lvl="0" marL="0" marR="0" rtl="0" algn="just">
                        <a:lnSpc>
                          <a:spcPct val="150000"/>
                        </a:lnSpc>
                        <a:spcBef>
                          <a:spcPts val="0"/>
                        </a:spcBef>
                        <a:spcAft>
                          <a:spcPts val="0"/>
                        </a:spcAft>
                        <a:buNone/>
                      </a:pPr>
                      <a:r>
                        <a:rPr lang="en-US" sz="1500" u="none" cap="none" strike="noStrike">
                          <a:latin typeface="Times New Roman"/>
                          <a:ea typeface="Times New Roman"/>
                          <a:cs typeface="Times New Roman"/>
                          <a:sym typeface="Times New Roman"/>
                        </a:rPr>
                        <a:t>ROUGE-1</a:t>
                      </a:r>
                      <a:endParaRPr sz="1500" u="none" cap="none" strike="noStrike">
                        <a:latin typeface="Times New Roman"/>
                        <a:ea typeface="Times New Roman"/>
                        <a:cs typeface="Times New Roman"/>
                        <a:sym typeface="Times New Roman"/>
                      </a:endParaRPr>
                    </a:p>
                  </a:txBody>
                  <a:tcPr marT="0" marB="0" marR="58350" marL="58350"/>
                </a:tc>
                <a:tc>
                  <a:txBody>
                    <a:bodyPr/>
                    <a:lstStyle/>
                    <a:p>
                      <a:pPr indent="0" lvl="0" marL="0" marR="0" rtl="0" algn="just">
                        <a:lnSpc>
                          <a:spcPct val="150000"/>
                        </a:lnSpc>
                        <a:spcBef>
                          <a:spcPts val="0"/>
                        </a:spcBef>
                        <a:spcAft>
                          <a:spcPts val="0"/>
                        </a:spcAft>
                        <a:buNone/>
                      </a:pPr>
                      <a:r>
                        <a:rPr lang="en-US" sz="1500" u="none" cap="none" strike="noStrike">
                          <a:latin typeface="Times New Roman"/>
                          <a:ea typeface="Times New Roman"/>
                          <a:cs typeface="Times New Roman"/>
                          <a:sym typeface="Times New Roman"/>
                        </a:rPr>
                        <a:t>Exact Match</a:t>
                      </a:r>
                      <a:endParaRPr sz="1500" u="none" cap="none" strike="noStrike">
                        <a:latin typeface="Times New Roman"/>
                        <a:ea typeface="Times New Roman"/>
                        <a:cs typeface="Times New Roman"/>
                        <a:sym typeface="Times New Roman"/>
                      </a:endParaRPr>
                    </a:p>
                  </a:txBody>
                  <a:tcPr marT="0" marB="0" marR="58350" marL="58350"/>
                </a:tc>
              </a:tr>
              <a:tr h="1039625">
                <a:tc>
                  <a:txBody>
                    <a:bodyPr/>
                    <a:lstStyle/>
                    <a:p>
                      <a:pPr indent="0" lvl="0" marL="0" marR="0" rtl="0" algn="just">
                        <a:lnSpc>
                          <a:spcPct val="150000"/>
                        </a:lnSpc>
                        <a:spcBef>
                          <a:spcPts val="0"/>
                        </a:spcBef>
                        <a:spcAft>
                          <a:spcPts val="0"/>
                        </a:spcAft>
                        <a:buNone/>
                      </a:pPr>
                      <a:r>
                        <a:rPr lang="en-US" sz="1500" u="none" cap="none" strike="noStrike">
                          <a:latin typeface="Times New Roman"/>
                          <a:ea typeface="Times New Roman"/>
                          <a:cs typeface="Times New Roman"/>
                          <a:sym typeface="Times New Roman"/>
                        </a:rPr>
                        <a:t>Sliding Window</a:t>
                      </a:r>
                      <a:endParaRPr sz="1500" u="none" cap="none" strike="noStrike">
                        <a:latin typeface="Times New Roman"/>
                        <a:ea typeface="Times New Roman"/>
                        <a:cs typeface="Times New Roman"/>
                        <a:sym typeface="Times New Roman"/>
                      </a:endParaRPr>
                    </a:p>
                  </a:txBody>
                  <a:tcPr marT="0" marB="0" marR="58350" marL="58350"/>
                </a:tc>
                <a:tc>
                  <a:txBody>
                    <a:bodyPr/>
                    <a:lstStyle/>
                    <a:p>
                      <a:pPr indent="0" lvl="0" marL="0" marR="0" rtl="0" algn="just">
                        <a:lnSpc>
                          <a:spcPct val="150000"/>
                        </a:lnSpc>
                        <a:spcBef>
                          <a:spcPts val="0"/>
                        </a:spcBef>
                        <a:spcAft>
                          <a:spcPts val="0"/>
                        </a:spcAft>
                        <a:buNone/>
                      </a:pPr>
                      <a:r>
                        <a:rPr b="1" lang="en-US" sz="1500" u="none" cap="none" strike="noStrike">
                          <a:highlight>
                            <a:srgbClr val="00FFFF"/>
                          </a:highlight>
                          <a:latin typeface="Times New Roman"/>
                          <a:ea typeface="Times New Roman"/>
                          <a:cs typeface="Times New Roman"/>
                          <a:sym typeface="Times New Roman"/>
                        </a:rPr>
                        <a:t>Slide 3</a:t>
                      </a:r>
                      <a:r>
                        <a:rPr b="1" lang="en-US" sz="1500" u="none" cap="none" strike="noStrike">
                          <a:latin typeface="Times New Roman"/>
                          <a:ea typeface="Times New Roman"/>
                          <a:cs typeface="Times New Roman"/>
                          <a:sym typeface="Times New Roman"/>
                        </a:rPr>
                        <a:t>: 0.6%</a:t>
                      </a:r>
                      <a:endParaRPr b="1" sz="1500" u="none" cap="none" strike="noStrike">
                        <a:latin typeface="Times New Roman"/>
                        <a:ea typeface="Times New Roman"/>
                        <a:cs typeface="Times New Roman"/>
                        <a:sym typeface="Times New Roman"/>
                      </a:endParaRPr>
                    </a:p>
                    <a:p>
                      <a:pPr indent="0" lvl="0" marL="0" marR="0" rtl="0" algn="just">
                        <a:lnSpc>
                          <a:spcPct val="150000"/>
                        </a:lnSpc>
                        <a:spcBef>
                          <a:spcPts val="0"/>
                        </a:spcBef>
                        <a:spcAft>
                          <a:spcPts val="0"/>
                        </a:spcAft>
                        <a:buNone/>
                      </a:pPr>
                      <a:r>
                        <a:rPr b="1" lang="en-US" sz="1500" u="none" cap="none" strike="noStrike">
                          <a:latin typeface="Times New Roman"/>
                          <a:ea typeface="Times New Roman"/>
                          <a:cs typeface="Times New Roman"/>
                          <a:sym typeface="Times New Roman"/>
                        </a:rPr>
                        <a:t> </a:t>
                      </a:r>
                      <a:endParaRPr b="1" sz="1500" u="none" cap="none" strike="noStrike">
                        <a:latin typeface="Times New Roman"/>
                        <a:ea typeface="Times New Roman"/>
                        <a:cs typeface="Times New Roman"/>
                        <a:sym typeface="Times New Roman"/>
                      </a:endParaRPr>
                    </a:p>
                    <a:p>
                      <a:pPr indent="0" lvl="0" marL="0" marR="0" rtl="0" algn="just">
                        <a:lnSpc>
                          <a:spcPct val="150000"/>
                        </a:lnSpc>
                        <a:spcBef>
                          <a:spcPts val="0"/>
                        </a:spcBef>
                        <a:spcAft>
                          <a:spcPts val="0"/>
                        </a:spcAft>
                        <a:buNone/>
                      </a:pPr>
                      <a:r>
                        <a:rPr b="1" lang="en-US" sz="1500" u="none" cap="none" strike="noStrike">
                          <a:highlight>
                            <a:srgbClr val="FFFF00"/>
                          </a:highlight>
                          <a:latin typeface="Times New Roman"/>
                          <a:ea typeface="Times New Roman"/>
                          <a:cs typeface="Times New Roman"/>
                          <a:sym typeface="Times New Roman"/>
                        </a:rPr>
                        <a:t>Slide 5:</a:t>
                      </a:r>
                      <a:r>
                        <a:rPr b="1" lang="en-US" sz="1500" u="none" cap="none" strike="noStrike">
                          <a:latin typeface="Times New Roman"/>
                          <a:ea typeface="Times New Roman"/>
                          <a:cs typeface="Times New Roman"/>
                          <a:sym typeface="Times New Roman"/>
                        </a:rPr>
                        <a:t> 1.7%</a:t>
                      </a:r>
                      <a:endParaRPr b="1" sz="1500" u="none" cap="none" strike="noStrike">
                        <a:latin typeface="Times New Roman"/>
                        <a:ea typeface="Times New Roman"/>
                        <a:cs typeface="Times New Roman"/>
                        <a:sym typeface="Times New Roman"/>
                      </a:endParaRPr>
                    </a:p>
                  </a:txBody>
                  <a:tcPr marT="0" marB="0" marR="58350" marL="58350"/>
                </a:tc>
                <a:tc>
                  <a:txBody>
                    <a:bodyPr/>
                    <a:lstStyle/>
                    <a:p>
                      <a:pPr indent="0" lvl="0" marL="0" marR="0" rtl="0" algn="just">
                        <a:lnSpc>
                          <a:spcPct val="150000"/>
                        </a:lnSpc>
                        <a:spcBef>
                          <a:spcPts val="0"/>
                        </a:spcBef>
                        <a:spcAft>
                          <a:spcPts val="0"/>
                        </a:spcAft>
                        <a:buNone/>
                      </a:pPr>
                      <a:r>
                        <a:rPr b="1" lang="en-US" sz="1500" u="none" cap="none" strike="noStrike">
                          <a:highlight>
                            <a:srgbClr val="00FFFF"/>
                          </a:highlight>
                          <a:latin typeface="Times New Roman"/>
                          <a:ea typeface="Times New Roman"/>
                          <a:cs typeface="Times New Roman"/>
                          <a:sym typeface="Times New Roman"/>
                        </a:rPr>
                        <a:t>Slide 3</a:t>
                      </a:r>
                      <a:r>
                        <a:rPr b="1" lang="en-US" sz="1500" u="none" cap="none" strike="noStrike">
                          <a:latin typeface="Times New Roman"/>
                          <a:ea typeface="Times New Roman"/>
                          <a:cs typeface="Times New Roman"/>
                          <a:sym typeface="Times New Roman"/>
                        </a:rPr>
                        <a:t>: 1.8%</a:t>
                      </a:r>
                      <a:endParaRPr b="1" sz="1500" u="none" cap="none" strike="noStrike">
                        <a:latin typeface="Times New Roman"/>
                        <a:ea typeface="Times New Roman"/>
                        <a:cs typeface="Times New Roman"/>
                        <a:sym typeface="Times New Roman"/>
                      </a:endParaRPr>
                    </a:p>
                    <a:p>
                      <a:pPr indent="0" lvl="0" marL="0" marR="0" rtl="0" algn="just">
                        <a:lnSpc>
                          <a:spcPct val="150000"/>
                        </a:lnSpc>
                        <a:spcBef>
                          <a:spcPts val="0"/>
                        </a:spcBef>
                        <a:spcAft>
                          <a:spcPts val="0"/>
                        </a:spcAft>
                        <a:buNone/>
                      </a:pPr>
                      <a:r>
                        <a:rPr b="1" lang="en-US" sz="1500" u="none" cap="none" strike="noStrike">
                          <a:latin typeface="Times New Roman"/>
                          <a:ea typeface="Times New Roman"/>
                          <a:cs typeface="Times New Roman"/>
                          <a:sym typeface="Times New Roman"/>
                        </a:rPr>
                        <a:t> </a:t>
                      </a:r>
                      <a:endParaRPr b="1" sz="1500" u="none" cap="none" strike="noStrike">
                        <a:latin typeface="Times New Roman"/>
                        <a:ea typeface="Times New Roman"/>
                        <a:cs typeface="Times New Roman"/>
                        <a:sym typeface="Times New Roman"/>
                      </a:endParaRPr>
                    </a:p>
                    <a:p>
                      <a:pPr indent="0" lvl="0" marL="0" marR="0" rtl="0" algn="just">
                        <a:lnSpc>
                          <a:spcPct val="150000"/>
                        </a:lnSpc>
                        <a:spcBef>
                          <a:spcPts val="0"/>
                        </a:spcBef>
                        <a:spcAft>
                          <a:spcPts val="0"/>
                        </a:spcAft>
                        <a:buNone/>
                      </a:pPr>
                      <a:r>
                        <a:rPr b="1" lang="en-US" sz="1500" u="none" cap="none" strike="noStrike">
                          <a:highlight>
                            <a:srgbClr val="FFFF00"/>
                          </a:highlight>
                          <a:latin typeface="Times New Roman"/>
                          <a:ea typeface="Times New Roman"/>
                          <a:cs typeface="Times New Roman"/>
                          <a:sym typeface="Times New Roman"/>
                        </a:rPr>
                        <a:t>Slide 5:</a:t>
                      </a:r>
                      <a:r>
                        <a:rPr b="1" lang="en-US" sz="1500" u="none" cap="none" strike="noStrike">
                          <a:latin typeface="Times New Roman"/>
                          <a:ea typeface="Times New Roman"/>
                          <a:cs typeface="Times New Roman"/>
                          <a:sym typeface="Times New Roman"/>
                        </a:rPr>
                        <a:t> 3.4%</a:t>
                      </a:r>
                      <a:endParaRPr b="1" sz="1500" u="none" cap="none" strike="noStrike">
                        <a:latin typeface="Times New Roman"/>
                        <a:ea typeface="Times New Roman"/>
                        <a:cs typeface="Times New Roman"/>
                        <a:sym typeface="Times New Roman"/>
                      </a:endParaRPr>
                    </a:p>
                  </a:txBody>
                  <a:tcPr marT="0" marB="0" marR="58350" marL="58350"/>
                </a:tc>
                <a:tc>
                  <a:txBody>
                    <a:bodyPr/>
                    <a:lstStyle/>
                    <a:p>
                      <a:pPr indent="0" lvl="0" marL="0" marR="0" rtl="0" algn="just">
                        <a:lnSpc>
                          <a:spcPct val="150000"/>
                        </a:lnSpc>
                        <a:spcBef>
                          <a:spcPts val="0"/>
                        </a:spcBef>
                        <a:spcAft>
                          <a:spcPts val="0"/>
                        </a:spcAft>
                        <a:buNone/>
                      </a:pPr>
                      <a:r>
                        <a:rPr b="1" lang="en-US" sz="1500" u="none" cap="none" strike="noStrike">
                          <a:highlight>
                            <a:srgbClr val="00FFFF"/>
                          </a:highlight>
                          <a:latin typeface="Times New Roman"/>
                          <a:ea typeface="Times New Roman"/>
                          <a:cs typeface="Times New Roman"/>
                          <a:sym typeface="Times New Roman"/>
                        </a:rPr>
                        <a:t>Slide 3</a:t>
                      </a:r>
                      <a:r>
                        <a:rPr b="1" lang="en-US" sz="1500" u="none" cap="none" strike="noStrike">
                          <a:latin typeface="Times New Roman"/>
                          <a:ea typeface="Times New Roman"/>
                          <a:cs typeface="Times New Roman"/>
                          <a:sym typeface="Times New Roman"/>
                        </a:rPr>
                        <a:t>: 0.01%</a:t>
                      </a:r>
                      <a:endParaRPr b="1" sz="1500" u="none" cap="none" strike="noStrike">
                        <a:latin typeface="Times New Roman"/>
                        <a:ea typeface="Times New Roman"/>
                        <a:cs typeface="Times New Roman"/>
                        <a:sym typeface="Times New Roman"/>
                      </a:endParaRPr>
                    </a:p>
                    <a:p>
                      <a:pPr indent="0" lvl="0" marL="0" marR="0" rtl="0" algn="just">
                        <a:lnSpc>
                          <a:spcPct val="150000"/>
                        </a:lnSpc>
                        <a:spcBef>
                          <a:spcPts val="0"/>
                        </a:spcBef>
                        <a:spcAft>
                          <a:spcPts val="0"/>
                        </a:spcAft>
                        <a:buNone/>
                      </a:pPr>
                      <a:r>
                        <a:rPr b="1" lang="en-US" sz="1500" u="none" cap="none" strike="noStrike">
                          <a:latin typeface="Times New Roman"/>
                          <a:ea typeface="Times New Roman"/>
                          <a:cs typeface="Times New Roman"/>
                          <a:sym typeface="Times New Roman"/>
                        </a:rPr>
                        <a:t> </a:t>
                      </a:r>
                      <a:endParaRPr b="1" sz="1500" u="none" cap="none" strike="noStrike">
                        <a:latin typeface="Times New Roman"/>
                        <a:ea typeface="Times New Roman"/>
                        <a:cs typeface="Times New Roman"/>
                        <a:sym typeface="Times New Roman"/>
                      </a:endParaRPr>
                    </a:p>
                    <a:p>
                      <a:pPr indent="0" lvl="0" marL="0" marR="0" rtl="0" algn="just">
                        <a:lnSpc>
                          <a:spcPct val="150000"/>
                        </a:lnSpc>
                        <a:spcBef>
                          <a:spcPts val="0"/>
                        </a:spcBef>
                        <a:spcAft>
                          <a:spcPts val="0"/>
                        </a:spcAft>
                        <a:buNone/>
                      </a:pPr>
                      <a:r>
                        <a:rPr b="1" lang="en-US" sz="1500" u="none" cap="none" strike="noStrike">
                          <a:highlight>
                            <a:srgbClr val="FFFF00"/>
                          </a:highlight>
                          <a:latin typeface="Times New Roman"/>
                          <a:ea typeface="Times New Roman"/>
                          <a:cs typeface="Times New Roman"/>
                          <a:sym typeface="Times New Roman"/>
                        </a:rPr>
                        <a:t>Slide 5:</a:t>
                      </a:r>
                      <a:r>
                        <a:rPr b="1" lang="en-US" sz="1500" u="none" cap="none" strike="noStrike">
                          <a:latin typeface="Times New Roman"/>
                          <a:ea typeface="Times New Roman"/>
                          <a:cs typeface="Times New Roman"/>
                          <a:sym typeface="Times New Roman"/>
                        </a:rPr>
                        <a:t> 0%</a:t>
                      </a:r>
                      <a:endParaRPr b="1" sz="1500" u="none" cap="none" strike="noStrike">
                        <a:latin typeface="Times New Roman"/>
                        <a:ea typeface="Times New Roman"/>
                        <a:cs typeface="Times New Roman"/>
                        <a:sym typeface="Times New Roman"/>
                      </a:endParaRPr>
                    </a:p>
                  </a:txBody>
                  <a:tcPr marT="0" marB="0" marR="58350" marL="58350"/>
                </a:tc>
              </a:tr>
              <a:tr h="339350">
                <a:tc>
                  <a:txBody>
                    <a:bodyPr/>
                    <a:lstStyle/>
                    <a:p>
                      <a:pPr indent="0" lvl="0" marL="0" marR="0" rtl="0" algn="just">
                        <a:lnSpc>
                          <a:spcPct val="150000"/>
                        </a:lnSpc>
                        <a:spcBef>
                          <a:spcPts val="0"/>
                        </a:spcBef>
                        <a:spcAft>
                          <a:spcPts val="0"/>
                        </a:spcAft>
                        <a:buNone/>
                      </a:pPr>
                      <a:r>
                        <a:rPr lang="en-US" sz="1500" u="none" cap="none" strike="noStrike">
                          <a:latin typeface="Times New Roman"/>
                          <a:ea typeface="Times New Roman"/>
                          <a:cs typeface="Times New Roman"/>
                          <a:sym typeface="Times New Roman"/>
                        </a:rPr>
                        <a:t>Cosine similarity</a:t>
                      </a:r>
                      <a:endParaRPr sz="1500" u="none" cap="none" strike="noStrike">
                        <a:latin typeface="Times New Roman"/>
                        <a:ea typeface="Times New Roman"/>
                        <a:cs typeface="Times New Roman"/>
                        <a:sym typeface="Times New Roman"/>
                      </a:endParaRPr>
                    </a:p>
                  </a:txBody>
                  <a:tcPr marT="0" marB="0" marR="58350" marL="58350"/>
                </a:tc>
                <a:tc>
                  <a:txBody>
                    <a:bodyPr/>
                    <a:lstStyle/>
                    <a:p>
                      <a:pPr indent="0" lvl="0" marL="0" marR="0" rtl="0" algn="just">
                        <a:lnSpc>
                          <a:spcPct val="150000"/>
                        </a:lnSpc>
                        <a:spcBef>
                          <a:spcPts val="0"/>
                        </a:spcBef>
                        <a:spcAft>
                          <a:spcPts val="0"/>
                        </a:spcAft>
                        <a:buNone/>
                      </a:pPr>
                      <a:r>
                        <a:rPr b="1" lang="en-US" sz="1500" u="none" cap="none" strike="noStrike">
                          <a:latin typeface="Times New Roman"/>
                          <a:ea typeface="Times New Roman"/>
                          <a:cs typeface="Times New Roman"/>
                          <a:sym typeface="Times New Roman"/>
                        </a:rPr>
                        <a:t>       5%</a:t>
                      </a:r>
                      <a:endParaRPr b="1" sz="1500" u="none" cap="none" strike="noStrike">
                        <a:latin typeface="Times New Roman"/>
                        <a:ea typeface="Times New Roman"/>
                        <a:cs typeface="Times New Roman"/>
                        <a:sym typeface="Times New Roman"/>
                      </a:endParaRPr>
                    </a:p>
                  </a:txBody>
                  <a:tcPr marT="0" marB="0" marR="58350" marL="58350"/>
                </a:tc>
                <a:tc>
                  <a:txBody>
                    <a:bodyPr/>
                    <a:lstStyle/>
                    <a:p>
                      <a:pPr indent="0" lvl="0" marL="0" marR="0" rtl="0" algn="just">
                        <a:lnSpc>
                          <a:spcPct val="150000"/>
                        </a:lnSpc>
                        <a:spcBef>
                          <a:spcPts val="0"/>
                        </a:spcBef>
                        <a:spcAft>
                          <a:spcPts val="0"/>
                        </a:spcAft>
                        <a:buNone/>
                      </a:pPr>
                      <a:r>
                        <a:rPr b="1" lang="en-US" sz="1500" u="none" cap="none" strike="noStrike">
                          <a:latin typeface="Times New Roman"/>
                          <a:ea typeface="Times New Roman"/>
                          <a:cs typeface="Times New Roman"/>
                          <a:sym typeface="Times New Roman"/>
                        </a:rPr>
                        <a:t>       8%</a:t>
                      </a:r>
                      <a:endParaRPr b="1" sz="1500" u="none" cap="none" strike="noStrike">
                        <a:latin typeface="Times New Roman"/>
                        <a:ea typeface="Times New Roman"/>
                        <a:cs typeface="Times New Roman"/>
                        <a:sym typeface="Times New Roman"/>
                      </a:endParaRPr>
                    </a:p>
                  </a:txBody>
                  <a:tcPr marT="0" marB="0" marR="58350" marL="58350"/>
                </a:tc>
                <a:tc>
                  <a:txBody>
                    <a:bodyPr/>
                    <a:lstStyle/>
                    <a:p>
                      <a:pPr indent="0" lvl="0" marL="0" marR="0" rtl="0" algn="just">
                        <a:lnSpc>
                          <a:spcPct val="150000"/>
                        </a:lnSpc>
                        <a:spcBef>
                          <a:spcPts val="0"/>
                        </a:spcBef>
                        <a:spcAft>
                          <a:spcPts val="0"/>
                        </a:spcAft>
                        <a:buNone/>
                      </a:pPr>
                      <a:r>
                        <a:rPr b="1" lang="en-US" sz="1500" u="none" cap="none" strike="noStrike">
                          <a:latin typeface="Times New Roman"/>
                          <a:ea typeface="Times New Roman"/>
                          <a:cs typeface="Times New Roman"/>
                          <a:sym typeface="Times New Roman"/>
                        </a:rPr>
                        <a:t>         0%</a:t>
                      </a:r>
                      <a:endParaRPr b="1" sz="1500" u="none" cap="none" strike="noStrike">
                        <a:latin typeface="Times New Roman"/>
                        <a:ea typeface="Times New Roman"/>
                        <a:cs typeface="Times New Roman"/>
                        <a:sym typeface="Times New Roman"/>
                      </a:endParaRPr>
                    </a:p>
                  </a:txBody>
                  <a:tcPr marT="0" marB="0" marR="58350" marL="58350"/>
                </a:tc>
              </a:tr>
              <a:tr h="689475">
                <a:tc>
                  <a:txBody>
                    <a:bodyPr/>
                    <a:lstStyle/>
                    <a:p>
                      <a:pPr indent="0" lvl="0" marL="0" marR="0" rtl="0" algn="just">
                        <a:lnSpc>
                          <a:spcPct val="150000"/>
                        </a:lnSpc>
                        <a:spcBef>
                          <a:spcPts val="0"/>
                        </a:spcBef>
                        <a:spcAft>
                          <a:spcPts val="0"/>
                        </a:spcAft>
                        <a:buNone/>
                      </a:pPr>
                      <a:r>
                        <a:rPr lang="en-US" sz="1500" u="none" cap="none" strike="noStrike">
                          <a:latin typeface="Times New Roman"/>
                          <a:ea typeface="Times New Roman"/>
                          <a:cs typeface="Times New Roman"/>
                          <a:sym typeface="Times New Roman"/>
                        </a:rPr>
                        <a:t>Semantic embedding</a:t>
                      </a:r>
                      <a:endParaRPr sz="1500" u="none" cap="none" strike="noStrike">
                        <a:latin typeface="Times New Roman"/>
                        <a:ea typeface="Times New Roman"/>
                        <a:cs typeface="Times New Roman"/>
                        <a:sym typeface="Times New Roman"/>
                      </a:endParaRPr>
                    </a:p>
                  </a:txBody>
                  <a:tcPr marT="0" marB="0" marR="58350" marL="58350"/>
                </a:tc>
                <a:tc>
                  <a:txBody>
                    <a:bodyPr/>
                    <a:lstStyle/>
                    <a:p>
                      <a:pPr indent="0" lvl="0" marL="0" marR="0" rtl="0" algn="just">
                        <a:lnSpc>
                          <a:spcPct val="150000"/>
                        </a:lnSpc>
                        <a:spcBef>
                          <a:spcPts val="0"/>
                        </a:spcBef>
                        <a:spcAft>
                          <a:spcPts val="0"/>
                        </a:spcAft>
                        <a:buNone/>
                      </a:pPr>
                      <a:r>
                        <a:rPr b="1" lang="en-US" sz="1500" u="none" cap="none" strike="noStrike">
                          <a:latin typeface="Times New Roman"/>
                          <a:ea typeface="Times New Roman"/>
                          <a:cs typeface="Times New Roman"/>
                          <a:sym typeface="Times New Roman"/>
                        </a:rPr>
                        <a:t> </a:t>
                      </a:r>
                      <a:endParaRPr b="1" sz="1500" u="none" cap="none" strike="noStrike">
                        <a:latin typeface="Times New Roman"/>
                        <a:ea typeface="Times New Roman"/>
                        <a:cs typeface="Times New Roman"/>
                        <a:sym typeface="Times New Roman"/>
                      </a:endParaRPr>
                    </a:p>
                    <a:p>
                      <a:pPr indent="0" lvl="0" marL="0" marR="0" rtl="0" algn="just">
                        <a:lnSpc>
                          <a:spcPct val="150000"/>
                        </a:lnSpc>
                        <a:spcBef>
                          <a:spcPts val="0"/>
                        </a:spcBef>
                        <a:spcAft>
                          <a:spcPts val="0"/>
                        </a:spcAft>
                        <a:buNone/>
                      </a:pPr>
                      <a:r>
                        <a:rPr b="1" lang="en-US" sz="1500" u="none" cap="none" strike="noStrike">
                          <a:latin typeface="Times New Roman"/>
                          <a:ea typeface="Times New Roman"/>
                          <a:cs typeface="Times New Roman"/>
                          <a:sym typeface="Times New Roman"/>
                        </a:rPr>
                        <a:t>       6%</a:t>
                      </a:r>
                      <a:endParaRPr b="1" sz="1500" u="none" cap="none" strike="noStrike">
                        <a:latin typeface="Times New Roman"/>
                        <a:ea typeface="Times New Roman"/>
                        <a:cs typeface="Times New Roman"/>
                        <a:sym typeface="Times New Roman"/>
                      </a:endParaRPr>
                    </a:p>
                  </a:txBody>
                  <a:tcPr marT="0" marB="0" marR="58350" marL="58350"/>
                </a:tc>
                <a:tc>
                  <a:txBody>
                    <a:bodyPr/>
                    <a:lstStyle/>
                    <a:p>
                      <a:pPr indent="0" lvl="0" marL="0" marR="0" rtl="0" algn="just">
                        <a:lnSpc>
                          <a:spcPct val="150000"/>
                        </a:lnSpc>
                        <a:spcBef>
                          <a:spcPts val="0"/>
                        </a:spcBef>
                        <a:spcAft>
                          <a:spcPts val="0"/>
                        </a:spcAft>
                        <a:buNone/>
                      </a:pPr>
                      <a:r>
                        <a:rPr b="1" lang="en-US" sz="1500" u="none" cap="none" strike="noStrike">
                          <a:latin typeface="Times New Roman"/>
                          <a:ea typeface="Times New Roman"/>
                          <a:cs typeface="Times New Roman"/>
                          <a:sym typeface="Times New Roman"/>
                        </a:rPr>
                        <a:t>       </a:t>
                      </a:r>
                      <a:endParaRPr b="1" sz="1500" u="none" cap="none" strike="noStrike">
                        <a:latin typeface="Times New Roman"/>
                        <a:ea typeface="Times New Roman"/>
                        <a:cs typeface="Times New Roman"/>
                        <a:sym typeface="Times New Roman"/>
                      </a:endParaRPr>
                    </a:p>
                    <a:p>
                      <a:pPr indent="0" lvl="0" marL="0" marR="0" rtl="0" algn="just">
                        <a:lnSpc>
                          <a:spcPct val="150000"/>
                        </a:lnSpc>
                        <a:spcBef>
                          <a:spcPts val="0"/>
                        </a:spcBef>
                        <a:spcAft>
                          <a:spcPts val="0"/>
                        </a:spcAft>
                        <a:buNone/>
                      </a:pPr>
                      <a:r>
                        <a:rPr b="1" lang="en-US" sz="1500" u="none" cap="none" strike="noStrike">
                          <a:latin typeface="Times New Roman"/>
                          <a:ea typeface="Times New Roman"/>
                          <a:cs typeface="Times New Roman"/>
                          <a:sym typeface="Times New Roman"/>
                        </a:rPr>
                        <a:t>          8%</a:t>
                      </a:r>
                      <a:endParaRPr b="1" sz="1500" u="none" cap="none" strike="noStrike">
                        <a:latin typeface="Times New Roman"/>
                        <a:ea typeface="Times New Roman"/>
                        <a:cs typeface="Times New Roman"/>
                        <a:sym typeface="Times New Roman"/>
                      </a:endParaRPr>
                    </a:p>
                  </a:txBody>
                  <a:tcPr marT="0" marB="0" marR="58350" marL="58350"/>
                </a:tc>
                <a:tc>
                  <a:txBody>
                    <a:bodyPr/>
                    <a:lstStyle/>
                    <a:p>
                      <a:pPr indent="0" lvl="0" marL="0" marR="0" rtl="0" algn="just">
                        <a:lnSpc>
                          <a:spcPct val="150000"/>
                        </a:lnSpc>
                        <a:spcBef>
                          <a:spcPts val="0"/>
                        </a:spcBef>
                        <a:spcAft>
                          <a:spcPts val="0"/>
                        </a:spcAft>
                        <a:buNone/>
                      </a:pPr>
                      <a:r>
                        <a:rPr b="1" lang="en-US" sz="1500" u="none" cap="none" strike="noStrike">
                          <a:latin typeface="Times New Roman"/>
                          <a:ea typeface="Times New Roman"/>
                          <a:cs typeface="Times New Roman"/>
                          <a:sym typeface="Times New Roman"/>
                        </a:rPr>
                        <a:t>    </a:t>
                      </a:r>
                      <a:endParaRPr b="1" sz="1500" u="none" cap="none" strike="noStrike">
                        <a:latin typeface="Times New Roman"/>
                        <a:ea typeface="Times New Roman"/>
                        <a:cs typeface="Times New Roman"/>
                        <a:sym typeface="Times New Roman"/>
                      </a:endParaRPr>
                    </a:p>
                    <a:p>
                      <a:pPr indent="0" lvl="0" marL="0" marR="0" rtl="0" algn="just">
                        <a:lnSpc>
                          <a:spcPct val="150000"/>
                        </a:lnSpc>
                        <a:spcBef>
                          <a:spcPts val="0"/>
                        </a:spcBef>
                        <a:spcAft>
                          <a:spcPts val="0"/>
                        </a:spcAft>
                        <a:buNone/>
                      </a:pPr>
                      <a:r>
                        <a:rPr b="1" lang="en-US" sz="1500" u="none" cap="none" strike="noStrike">
                          <a:latin typeface="Times New Roman"/>
                          <a:ea typeface="Times New Roman"/>
                          <a:cs typeface="Times New Roman"/>
                          <a:sym typeface="Times New Roman"/>
                        </a:rPr>
                        <a:t>     0.00175%</a:t>
                      </a:r>
                      <a:endParaRPr b="1" sz="1500" u="none" cap="none" strike="noStrike">
                        <a:latin typeface="Times New Roman"/>
                        <a:ea typeface="Times New Roman"/>
                        <a:cs typeface="Times New Roman"/>
                        <a:sym typeface="Times New Roman"/>
                      </a:endParaRPr>
                    </a:p>
                  </a:txBody>
                  <a:tcPr marT="0" marB="0" marR="58350" marL="58350"/>
                </a:tc>
              </a:tr>
              <a:tr h="339350">
                <a:tc>
                  <a:txBody>
                    <a:bodyPr/>
                    <a:lstStyle/>
                    <a:p>
                      <a:pPr indent="0" lvl="0" marL="0" marR="0" rtl="0" algn="just">
                        <a:lnSpc>
                          <a:spcPct val="150000"/>
                        </a:lnSpc>
                        <a:spcBef>
                          <a:spcPts val="0"/>
                        </a:spcBef>
                        <a:spcAft>
                          <a:spcPts val="0"/>
                        </a:spcAft>
                        <a:buNone/>
                      </a:pPr>
                      <a:r>
                        <a:rPr lang="en-US" sz="1500" u="none" cap="none" strike="noStrike">
                          <a:latin typeface="Times New Roman"/>
                          <a:ea typeface="Times New Roman"/>
                          <a:cs typeface="Times New Roman"/>
                          <a:sym typeface="Times New Roman"/>
                        </a:rPr>
                        <a:t>XLM-RoBERTa </a:t>
                      </a:r>
                      <a:endParaRPr sz="1500" u="none" cap="none" strike="noStrike">
                        <a:latin typeface="Times New Roman"/>
                        <a:ea typeface="Times New Roman"/>
                        <a:cs typeface="Times New Roman"/>
                        <a:sym typeface="Times New Roman"/>
                      </a:endParaRPr>
                    </a:p>
                  </a:txBody>
                  <a:tcPr marT="0" marB="0" marR="58350" marL="58350"/>
                </a:tc>
                <a:tc>
                  <a:txBody>
                    <a:bodyPr/>
                    <a:lstStyle/>
                    <a:p>
                      <a:pPr indent="0" lvl="0" marL="0" marR="0" rtl="0" algn="just">
                        <a:lnSpc>
                          <a:spcPct val="150000"/>
                        </a:lnSpc>
                        <a:spcBef>
                          <a:spcPts val="0"/>
                        </a:spcBef>
                        <a:spcAft>
                          <a:spcPts val="0"/>
                        </a:spcAft>
                        <a:buNone/>
                      </a:pPr>
                      <a:r>
                        <a:rPr b="1" lang="en-US" sz="1500" u="none" cap="none" strike="noStrike">
                          <a:latin typeface="Times New Roman"/>
                          <a:ea typeface="Times New Roman"/>
                          <a:cs typeface="Times New Roman"/>
                          <a:sym typeface="Times New Roman"/>
                        </a:rPr>
                        <a:t>       36%</a:t>
                      </a:r>
                      <a:endParaRPr b="1" sz="1500" u="none" cap="none" strike="noStrike">
                        <a:latin typeface="Times New Roman"/>
                        <a:ea typeface="Times New Roman"/>
                        <a:cs typeface="Times New Roman"/>
                        <a:sym typeface="Times New Roman"/>
                      </a:endParaRPr>
                    </a:p>
                  </a:txBody>
                  <a:tcPr marT="0" marB="0" marR="58350" marL="58350"/>
                </a:tc>
                <a:tc>
                  <a:txBody>
                    <a:bodyPr/>
                    <a:lstStyle/>
                    <a:p>
                      <a:pPr indent="0" lvl="0" marL="0" marR="0" rtl="0" algn="just">
                        <a:lnSpc>
                          <a:spcPct val="150000"/>
                        </a:lnSpc>
                        <a:spcBef>
                          <a:spcPts val="0"/>
                        </a:spcBef>
                        <a:spcAft>
                          <a:spcPts val="0"/>
                        </a:spcAft>
                        <a:buNone/>
                      </a:pPr>
                      <a:r>
                        <a:rPr b="1" lang="en-US" sz="1500" u="none" cap="none" strike="noStrike">
                          <a:latin typeface="Times New Roman"/>
                          <a:ea typeface="Times New Roman"/>
                          <a:cs typeface="Times New Roman"/>
                          <a:sym typeface="Times New Roman"/>
                        </a:rPr>
                        <a:t>         41%</a:t>
                      </a:r>
                      <a:endParaRPr b="1" sz="1500" u="none" cap="none" strike="noStrike">
                        <a:latin typeface="Times New Roman"/>
                        <a:ea typeface="Times New Roman"/>
                        <a:cs typeface="Times New Roman"/>
                        <a:sym typeface="Times New Roman"/>
                      </a:endParaRPr>
                    </a:p>
                  </a:txBody>
                  <a:tcPr marT="0" marB="0" marR="58350" marL="58350"/>
                </a:tc>
                <a:tc>
                  <a:txBody>
                    <a:bodyPr/>
                    <a:lstStyle/>
                    <a:p>
                      <a:pPr indent="0" lvl="0" marL="0" marR="0" rtl="0" algn="just">
                        <a:lnSpc>
                          <a:spcPct val="150000"/>
                        </a:lnSpc>
                        <a:spcBef>
                          <a:spcPts val="0"/>
                        </a:spcBef>
                        <a:spcAft>
                          <a:spcPts val="0"/>
                        </a:spcAft>
                        <a:buNone/>
                      </a:pPr>
                      <a:r>
                        <a:rPr b="1" lang="en-US" sz="1500" u="none" cap="none" strike="noStrike">
                          <a:latin typeface="Times New Roman"/>
                          <a:ea typeface="Times New Roman"/>
                          <a:cs typeface="Times New Roman"/>
                          <a:sym typeface="Times New Roman"/>
                        </a:rPr>
                        <a:t>         30%</a:t>
                      </a:r>
                      <a:endParaRPr b="1" sz="1500" u="none" cap="none" strike="noStrike">
                        <a:latin typeface="Times New Roman"/>
                        <a:ea typeface="Times New Roman"/>
                        <a:cs typeface="Times New Roman"/>
                        <a:sym typeface="Times New Roman"/>
                      </a:endParaRPr>
                    </a:p>
                  </a:txBody>
                  <a:tcPr marT="0" marB="0" marR="58350" marL="58350"/>
                </a:tc>
              </a:tr>
              <a:tr h="339350">
                <a:tc>
                  <a:txBody>
                    <a:bodyPr/>
                    <a:lstStyle/>
                    <a:p>
                      <a:pPr indent="0" lvl="0" marL="0" marR="0" rtl="0" algn="just">
                        <a:lnSpc>
                          <a:spcPct val="150000"/>
                        </a:lnSpc>
                        <a:spcBef>
                          <a:spcPts val="0"/>
                        </a:spcBef>
                        <a:spcAft>
                          <a:spcPts val="0"/>
                        </a:spcAft>
                        <a:buNone/>
                      </a:pPr>
                      <a:r>
                        <a:rPr lang="en-US" sz="1500" u="none" cap="none" strike="noStrike">
                          <a:latin typeface="Times New Roman"/>
                          <a:ea typeface="Times New Roman"/>
                          <a:cs typeface="Times New Roman"/>
                          <a:sym typeface="Times New Roman"/>
                        </a:rPr>
                        <a:t>mT5</a:t>
                      </a:r>
                      <a:endParaRPr sz="1500" u="none" cap="none" strike="noStrike">
                        <a:latin typeface="Times New Roman"/>
                        <a:ea typeface="Times New Roman"/>
                        <a:cs typeface="Times New Roman"/>
                        <a:sym typeface="Times New Roman"/>
                      </a:endParaRPr>
                    </a:p>
                  </a:txBody>
                  <a:tcPr marT="0" marB="0" marR="58350" marL="58350"/>
                </a:tc>
                <a:tc>
                  <a:txBody>
                    <a:bodyPr/>
                    <a:lstStyle/>
                    <a:p>
                      <a:pPr indent="0" lvl="0" marL="0" marR="0" rtl="0" algn="just">
                        <a:lnSpc>
                          <a:spcPct val="150000"/>
                        </a:lnSpc>
                        <a:spcBef>
                          <a:spcPts val="0"/>
                        </a:spcBef>
                        <a:spcAft>
                          <a:spcPts val="0"/>
                        </a:spcAft>
                        <a:buNone/>
                      </a:pPr>
                      <a:r>
                        <a:rPr b="1" lang="en-US" sz="1500" u="none" cap="none" strike="noStrike">
                          <a:latin typeface="Times New Roman"/>
                          <a:ea typeface="Times New Roman"/>
                          <a:cs typeface="Times New Roman"/>
                          <a:sym typeface="Times New Roman"/>
                        </a:rPr>
                        <a:t>       73%</a:t>
                      </a:r>
                      <a:endParaRPr b="1" sz="1500" u="none" cap="none" strike="noStrike">
                        <a:latin typeface="Times New Roman"/>
                        <a:ea typeface="Times New Roman"/>
                        <a:cs typeface="Times New Roman"/>
                        <a:sym typeface="Times New Roman"/>
                      </a:endParaRPr>
                    </a:p>
                  </a:txBody>
                  <a:tcPr marT="0" marB="0" marR="58350" marL="58350"/>
                </a:tc>
                <a:tc>
                  <a:txBody>
                    <a:bodyPr/>
                    <a:lstStyle/>
                    <a:p>
                      <a:pPr indent="0" lvl="0" marL="0" marR="0" rtl="0" algn="just">
                        <a:lnSpc>
                          <a:spcPct val="150000"/>
                        </a:lnSpc>
                        <a:spcBef>
                          <a:spcPts val="0"/>
                        </a:spcBef>
                        <a:spcAft>
                          <a:spcPts val="0"/>
                        </a:spcAft>
                        <a:buNone/>
                      </a:pPr>
                      <a:r>
                        <a:rPr b="1" lang="en-US" sz="1500" u="none" cap="none" strike="noStrike">
                          <a:latin typeface="Times New Roman"/>
                          <a:ea typeface="Times New Roman"/>
                          <a:cs typeface="Times New Roman"/>
                          <a:sym typeface="Times New Roman"/>
                        </a:rPr>
                        <a:t>          73%</a:t>
                      </a:r>
                      <a:endParaRPr b="1" sz="1500" u="none" cap="none" strike="noStrike">
                        <a:latin typeface="Times New Roman"/>
                        <a:ea typeface="Times New Roman"/>
                        <a:cs typeface="Times New Roman"/>
                        <a:sym typeface="Times New Roman"/>
                      </a:endParaRPr>
                    </a:p>
                  </a:txBody>
                  <a:tcPr marT="0" marB="0" marR="58350" marL="58350"/>
                </a:tc>
                <a:tc>
                  <a:txBody>
                    <a:bodyPr/>
                    <a:lstStyle/>
                    <a:p>
                      <a:pPr indent="0" lvl="0" marL="0" marR="0" rtl="0" algn="just">
                        <a:lnSpc>
                          <a:spcPct val="150000"/>
                        </a:lnSpc>
                        <a:spcBef>
                          <a:spcPts val="0"/>
                        </a:spcBef>
                        <a:spcAft>
                          <a:spcPts val="0"/>
                        </a:spcAft>
                        <a:buNone/>
                      </a:pPr>
                      <a:r>
                        <a:rPr b="1" lang="en-US" sz="1500" u="none" cap="none" strike="noStrike">
                          <a:latin typeface="Times New Roman"/>
                          <a:ea typeface="Times New Roman"/>
                          <a:cs typeface="Times New Roman"/>
                          <a:sym typeface="Times New Roman"/>
                        </a:rPr>
                        <a:t>         64%</a:t>
                      </a:r>
                      <a:endParaRPr b="1" sz="1500" u="none" cap="none" strike="noStrike">
                        <a:latin typeface="Times New Roman"/>
                        <a:ea typeface="Times New Roman"/>
                        <a:cs typeface="Times New Roman"/>
                        <a:sym typeface="Times New Roman"/>
                      </a:endParaRPr>
                    </a:p>
                  </a:txBody>
                  <a:tcPr marT="0" marB="0" marR="58350" marL="58350"/>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12"/>
          <p:cNvSpPr txBox="1"/>
          <p:nvPr>
            <p:ph type="title"/>
          </p:nvPr>
        </p:nvSpPr>
        <p:spPr>
          <a:xfrm>
            <a:off x="1154954" y="973668"/>
            <a:ext cx="8761413" cy="70696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chemeClr val="lt2"/>
              </a:buClr>
              <a:buSzPts val="3600"/>
              <a:buFont typeface="Century Gothic"/>
              <a:buNone/>
            </a:pPr>
            <a:r>
              <a:rPr lang="en-US"/>
              <a:t>Number of answers predicted in text in each model:</a:t>
            </a:r>
            <a:endParaRPr/>
          </a:p>
        </p:txBody>
      </p:sp>
      <p:sp>
        <p:nvSpPr>
          <p:cNvPr id="408" name="Google Shape;408;p12"/>
          <p:cNvSpPr txBox="1"/>
          <p:nvPr>
            <p:ph idx="1" type="body"/>
          </p:nvPr>
        </p:nvSpPr>
        <p:spPr>
          <a:xfrm>
            <a:off x="1154954" y="2603500"/>
            <a:ext cx="8825659" cy="3416300"/>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262626"/>
              </a:buClr>
              <a:buSzPts val="1200"/>
              <a:buFont typeface="Times New Roman"/>
              <a:buNone/>
            </a:pPr>
            <a:r>
              <a:rPr b="0" i="0" lang="en-US" sz="1200" u="none" cap="none" strike="noStrike">
                <a:solidFill>
                  <a:srgbClr val="262626"/>
                </a:solidFill>
                <a:latin typeface="Times New Roman"/>
                <a:ea typeface="Times New Roman"/>
                <a:cs typeface="Times New Roman"/>
                <a:sym typeface="Times New Roman"/>
              </a:rPr>
              <a:t>                   </a:t>
            </a:r>
            <a:endParaRPr b="0" i="0" sz="1800" u="none" cap="none" strike="noStrike">
              <a:solidFill>
                <a:schemeClr val="dk1"/>
              </a:solidFill>
              <a:latin typeface="Arial"/>
              <a:ea typeface="Arial"/>
              <a:cs typeface="Arial"/>
              <a:sym typeface="Arial"/>
            </a:endParaRPr>
          </a:p>
        </p:txBody>
      </p:sp>
      <p:graphicFrame>
        <p:nvGraphicFramePr>
          <p:cNvPr id="409" name="Google Shape;409;p12"/>
          <p:cNvGraphicFramePr/>
          <p:nvPr/>
        </p:nvGraphicFramePr>
        <p:xfrm>
          <a:off x="2053882" y="2160588"/>
          <a:ext cx="3000000" cy="3000000"/>
        </p:xfrm>
        <a:graphic>
          <a:graphicData uri="http://schemas.openxmlformats.org/drawingml/2006/table">
            <a:tbl>
              <a:tblPr bandRow="1" firstCol="1" firstRow="1">
                <a:noFill/>
                <a:tableStyleId>{F0900702-CE08-4CCC-B637-D7F60B6A6BE2}</a:tableStyleId>
              </a:tblPr>
              <a:tblGrid>
                <a:gridCol w="2688150"/>
                <a:gridCol w="3797275"/>
              </a:tblGrid>
              <a:tr h="738775">
                <a:tc>
                  <a:txBody>
                    <a:bodyPr/>
                    <a:lstStyle/>
                    <a:p>
                      <a:pPr indent="0" lvl="0" marL="0" marR="0" rtl="0" algn="just">
                        <a:lnSpc>
                          <a:spcPct val="150000"/>
                        </a:lnSpc>
                        <a:spcBef>
                          <a:spcPts val="0"/>
                        </a:spcBef>
                        <a:spcAft>
                          <a:spcPts val="0"/>
                        </a:spcAft>
                        <a:buNone/>
                      </a:pPr>
                      <a:r>
                        <a:rPr lang="en-US" sz="1800" u="none" cap="none" strike="noStrike">
                          <a:latin typeface="Times New Roman"/>
                          <a:ea typeface="Times New Roman"/>
                          <a:cs typeface="Times New Roman"/>
                          <a:sym typeface="Times New Roman"/>
                        </a:rPr>
                        <a:t>Model Name</a:t>
                      </a:r>
                      <a:endParaRPr sz="18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just">
                        <a:lnSpc>
                          <a:spcPct val="150000"/>
                        </a:lnSpc>
                        <a:spcBef>
                          <a:spcPts val="0"/>
                        </a:spcBef>
                        <a:spcAft>
                          <a:spcPts val="0"/>
                        </a:spcAft>
                        <a:buNone/>
                      </a:pPr>
                      <a:r>
                        <a:rPr lang="en-US" sz="1800" u="none" cap="none" strike="noStrike">
                          <a:latin typeface="Times New Roman"/>
                          <a:ea typeface="Times New Roman"/>
                          <a:cs typeface="Times New Roman"/>
                          <a:sym typeface="Times New Roman"/>
                        </a:rPr>
                        <a:t>Number of answers in predicted text</a:t>
                      </a:r>
                      <a:endParaRPr sz="1800" u="none" cap="none" strike="noStrike">
                        <a:latin typeface="Times New Roman"/>
                        <a:ea typeface="Times New Roman"/>
                        <a:cs typeface="Times New Roman"/>
                        <a:sym typeface="Times New Roman"/>
                      </a:endParaRPr>
                    </a:p>
                  </a:txBody>
                  <a:tcPr marT="0" marB="0" marR="68575" marL="68575"/>
                </a:tc>
              </a:tr>
              <a:tr h="738775">
                <a:tc>
                  <a:txBody>
                    <a:bodyPr/>
                    <a:lstStyle/>
                    <a:p>
                      <a:pPr indent="0" lvl="0" marL="0" marR="0" rtl="0" algn="just">
                        <a:lnSpc>
                          <a:spcPct val="150000"/>
                        </a:lnSpc>
                        <a:spcBef>
                          <a:spcPts val="0"/>
                        </a:spcBef>
                        <a:spcAft>
                          <a:spcPts val="0"/>
                        </a:spcAft>
                        <a:buNone/>
                      </a:pPr>
                      <a:r>
                        <a:rPr lang="en-US" sz="1800" u="none" cap="none" strike="noStrike">
                          <a:latin typeface="Times New Roman"/>
                          <a:ea typeface="Times New Roman"/>
                          <a:cs typeface="Times New Roman"/>
                          <a:sym typeface="Times New Roman"/>
                        </a:rPr>
                        <a:t>Sliding Window</a:t>
                      </a:r>
                      <a:endParaRPr sz="18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just">
                        <a:lnSpc>
                          <a:spcPct val="150000"/>
                        </a:lnSpc>
                        <a:spcBef>
                          <a:spcPts val="0"/>
                        </a:spcBef>
                        <a:spcAft>
                          <a:spcPts val="0"/>
                        </a:spcAft>
                        <a:buNone/>
                      </a:pPr>
                      <a:r>
                        <a:rPr b="1" lang="en-US" sz="1800" u="none" cap="none" strike="noStrike">
                          <a:latin typeface="Times New Roman"/>
                          <a:ea typeface="Times New Roman"/>
                          <a:cs typeface="Times New Roman"/>
                          <a:sym typeface="Times New Roman"/>
                        </a:rPr>
                        <a:t>        </a:t>
                      </a:r>
                      <a:r>
                        <a:rPr b="1" lang="en-US" sz="1800" u="none" cap="none" strike="noStrike">
                          <a:highlight>
                            <a:srgbClr val="FFFF00"/>
                          </a:highlight>
                          <a:latin typeface="Times New Roman"/>
                          <a:ea typeface="Times New Roman"/>
                          <a:cs typeface="Times New Roman"/>
                          <a:sym typeface="Times New Roman"/>
                        </a:rPr>
                        <a:t>Slide-3:</a:t>
                      </a:r>
                      <a:r>
                        <a:rPr b="1" lang="en-US" sz="1800" u="none" cap="none" strike="noStrike">
                          <a:latin typeface="Times New Roman"/>
                          <a:ea typeface="Times New Roman"/>
                          <a:cs typeface="Times New Roman"/>
                          <a:sym typeface="Times New Roman"/>
                        </a:rPr>
                        <a:t>   1.1%</a:t>
                      </a:r>
                      <a:endParaRPr b="1" sz="1800" u="none" cap="none" strike="noStrike">
                        <a:latin typeface="Times New Roman"/>
                        <a:ea typeface="Times New Roman"/>
                        <a:cs typeface="Times New Roman"/>
                        <a:sym typeface="Times New Roman"/>
                      </a:endParaRPr>
                    </a:p>
                    <a:p>
                      <a:pPr indent="0" lvl="0" marL="0" marR="0" rtl="0" algn="just">
                        <a:lnSpc>
                          <a:spcPct val="150000"/>
                        </a:lnSpc>
                        <a:spcBef>
                          <a:spcPts val="0"/>
                        </a:spcBef>
                        <a:spcAft>
                          <a:spcPts val="0"/>
                        </a:spcAft>
                        <a:buNone/>
                      </a:pPr>
                      <a:r>
                        <a:rPr b="1" lang="en-US" sz="1800" u="none" cap="none" strike="noStrike">
                          <a:latin typeface="Times New Roman"/>
                          <a:ea typeface="Times New Roman"/>
                          <a:cs typeface="Times New Roman"/>
                          <a:sym typeface="Times New Roman"/>
                        </a:rPr>
                        <a:t>        </a:t>
                      </a:r>
                      <a:r>
                        <a:rPr b="1" lang="en-US" sz="1800" u="none" cap="none" strike="noStrike">
                          <a:highlight>
                            <a:srgbClr val="00FFFF"/>
                          </a:highlight>
                          <a:latin typeface="Times New Roman"/>
                          <a:ea typeface="Times New Roman"/>
                          <a:cs typeface="Times New Roman"/>
                          <a:sym typeface="Times New Roman"/>
                        </a:rPr>
                        <a:t>Slide-5:</a:t>
                      </a:r>
                      <a:r>
                        <a:rPr b="1" lang="en-US" sz="1800" u="none" cap="none" strike="noStrike">
                          <a:latin typeface="Times New Roman"/>
                          <a:ea typeface="Times New Roman"/>
                          <a:cs typeface="Times New Roman"/>
                          <a:sym typeface="Times New Roman"/>
                        </a:rPr>
                        <a:t>   4.4%</a:t>
                      </a:r>
                      <a:endParaRPr b="1" sz="1800" u="none" cap="none" strike="noStrike">
                        <a:latin typeface="Times New Roman"/>
                        <a:ea typeface="Times New Roman"/>
                        <a:cs typeface="Times New Roman"/>
                        <a:sym typeface="Times New Roman"/>
                      </a:endParaRPr>
                    </a:p>
                  </a:txBody>
                  <a:tcPr marT="0" marB="0" marR="68575" marL="68575"/>
                </a:tc>
              </a:tr>
              <a:tr h="738775">
                <a:tc>
                  <a:txBody>
                    <a:bodyPr/>
                    <a:lstStyle/>
                    <a:p>
                      <a:pPr indent="0" lvl="0" marL="0" marR="0" rtl="0" algn="just">
                        <a:lnSpc>
                          <a:spcPct val="150000"/>
                        </a:lnSpc>
                        <a:spcBef>
                          <a:spcPts val="0"/>
                        </a:spcBef>
                        <a:spcAft>
                          <a:spcPts val="0"/>
                        </a:spcAft>
                        <a:buNone/>
                      </a:pPr>
                      <a:r>
                        <a:rPr lang="en-US" sz="1800" u="none" cap="none" strike="noStrike">
                          <a:latin typeface="Times New Roman"/>
                          <a:ea typeface="Times New Roman"/>
                          <a:cs typeface="Times New Roman"/>
                          <a:sym typeface="Times New Roman"/>
                        </a:rPr>
                        <a:t>Cosine similarity</a:t>
                      </a:r>
                      <a:endParaRPr sz="18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just">
                        <a:lnSpc>
                          <a:spcPct val="150000"/>
                        </a:lnSpc>
                        <a:spcBef>
                          <a:spcPts val="0"/>
                        </a:spcBef>
                        <a:spcAft>
                          <a:spcPts val="0"/>
                        </a:spcAft>
                        <a:buNone/>
                      </a:pPr>
                      <a:r>
                        <a:rPr b="1" lang="en-US" sz="1800" u="none" cap="none" strike="noStrike">
                          <a:latin typeface="Times New Roman"/>
                          <a:ea typeface="Times New Roman"/>
                          <a:cs typeface="Times New Roman"/>
                          <a:sym typeface="Times New Roman"/>
                        </a:rPr>
                        <a:t>          42%</a:t>
                      </a:r>
                      <a:endParaRPr b="1" sz="1800" u="none" cap="none" strike="noStrike">
                        <a:latin typeface="Times New Roman"/>
                        <a:ea typeface="Times New Roman"/>
                        <a:cs typeface="Times New Roman"/>
                        <a:sym typeface="Times New Roman"/>
                      </a:endParaRPr>
                    </a:p>
                  </a:txBody>
                  <a:tcPr marT="0" marB="0" marR="68575" marL="68575"/>
                </a:tc>
              </a:tr>
              <a:tr h="876150">
                <a:tc>
                  <a:txBody>
                    <a:bodyPr/>
                    <a:lstStyle/>
                    <a:p>
                      <a:pPr indent="0" lvl="0" marL="0" marR="0" rtl="0" algn="just">
                        <a:lnSpc>
                          <a:spcPct val="150000"/>
                        </a:lnSpc>
                        <a:spcBef>
                          <a:spcPts val="0"/>
                        </a:spcBef>
                        <a:spcAft>
                          <a:spcPts val="0"/>
                        </a:spcAft>
                        <a:buNone/>
                      </a:pPr>
                      <a:r>
                        <a:rPr lang="en-US" sz="1800" u="none" cap="none" strike="noStrike">
                          <a:latin typeface="Times New Roman"/>
                          <a:ea typeface="Times New Roman"/>
                          <a:cs typeface="Times New Roman"/>
                          <a:sym typeface="Times New Roman"/>
                        </a:rPr>
                        <a:t>Semantic embedding</a:t>
                      </a:r>
                      <a:endParaRPr sz="18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just">
                        <a:lnSpc>
                          <a:spcPct val="150000"/>
                        </a:lnSpc>
                        <a:spcBef>
                          <a:spcPts val="0"/>
                        </a:spcBef>
                        <a:spcAft>
                          <a:spcPts val="0"/>
                        </a:spcAft>
                        <a:buNone/>
                      </a:pPr>
                      <a:r>
                        <a:rPr b="1" lang="en-US" sz="1800" u="none" cap="none" strike="noStrike">
                          <a:latin typeface="Times New Roman"/>
                          <a:ea typeface="Times New Roman"/>
                          <a:cs typeface="Times New Roman"/>
                          <a:sym typeface="Times New Roman"/>
                        </a:rPr>
                        <a:t>          40%</a:t>
                      </a:r>
                      <a:endParaRPr b="1" sz="1800" u="none" cap="none" strike="noStrike">
                        <a:latin typeface="Times New Roman"/>
                        <a:ea typeface="Times New Roman"/>
                        <a:cs typeface="Times New Roman"/>
                        <a:sym typeface="Times New Roman"/>
                      </a:endParaRPr>
                    </a:p>
                  </a:txBody>
                  <a:tcPr marT="0" marB="0" marR="68575" marL="68575"/>
                </a:tc>
              </a:tr>
              <a:tr h="596625">
                <a:tc>
                  <a:txBody>
                    <a:bodyPr/>
                    <a:lstStyle/>
                    <a:p>
                      <a:pPr indent="0" lvl="0" marL="0" marR="0" rtl="0" algn="just">
                        <a:lnSpc>
                          <a:spcPct val="150000"/>
                        </a:lnSpc>
                        <a:spcBef>
                          <a:spcPts val="0"/>
                        </a:spcBef>
                        <a:spcAft>
                          <a:spcPts val="0"/>
                        </a:spcAft>
                        <a:buNone/>
                      </a:pPr>
                      <a:r>
                        <a:rPr lang="en-US" sz="1800" u="none" cap="none" strike="noStrike">
                          <a:latin typeface="Times New Roman"/>
                          <a:ea typeface="Times New Roman"/>
                          <a:cs typeface="Times New Roman"/>
                          <a:sym typeface="Times New Roman"/>
                        </a:rPr>
                        <a:t>XLM-RoBERTa</a:t>
                      </a:r>
                      <a:endParaRPr sz="18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just">
                        <a:lnSpc>
                          <a:spcPct val="150000"/>
                        </a:lnSpc>
                        <a:spcBef>
                          <a:spcPts val="0"/>
                        </a:spcBef>
                        <a:spcAft>
                          <a:spcPts val="0"/>
                        </a:spcAft>
                        <a:buNone/>
                      </a:pPr>
                      <a:r>
                        <a:rPr b="1" lang="en-US" sz="1800" u="none" cap="none" strike="noStrike">
                          <a:latin typeface="Times New Roman"/>
                          <a:ea typeface="Times New Roman"/>
                          <a:cs typeface="Times New Roman"/>
                          <a:sym typeface="Times New Roman"/>
                        </a:rPr>
                        <a:t>           66%</a:t>
                      </a:r>
                      <a:endParaRPr b="1" sz="1800" u="none" cap="none" strike="noStrike">
                        <a:latin typeface="Times New Roman"/>
                        <a:ea typeface="Times New Roman"/>
                        <a:cs typeface="Times New Roman"/>
                        <a:sym typeface="Times New Roman"/>
                      </a:endParaRPr>
                    </a:p>
                  </a:txBody>
                  <a:tcPr marT="0" marB="0" marR="68575" marL="68575"/>
                </a:tc>
              </a:tr>
              <a:tr h="497675">
                <a:tc>
                  <a:txBody>
                    <a:bodyPr/>
                    <a:lstStyle/>
                    <a:p>
                      <a:pPr indent="0" lvl="0" marL="0" marR="0" rtl="0" algn="just">
                        <a:lnSpc>
                          <a:spcPct val="150000"/>
                        </a:lnSpc>
                        <a:spcBef>
                          <a:spcPts val="0"/>
                        </a:spcBef>
                        <a:spcAft>
                          <a:spcPts val="0"/>
                        </a:spcAft>
                        <a:buNone/>
                      </a:pPr>
                      <a:r>
                        <a:rPr lang="en-US" sz="1800" u="none" cap="none" strike="noStrike">
                          <a:latin typeface="Times New Roman"/>
                          <a:ea typeface="Times New Roman"/>
                          <a:cs typeface="Times New Roman"/>
                          <a:sym typeface="Times New Roman"/>
                        </a:rPr>
                        <a:t>mT5</a:t>
                      </a:r>
                      <a:endParaRPr sz="1800" u="none" cap="none" strike="noStrike">
                        <a:latin typeface="Times New Roman"/>
                        <a:ea typeface="Times New Roman"/>
                        <a:cs typeface="Times New Roman"/>
                        <a:sym typeface="Times New Roman"/>
                      </a:endParaRPr>
                    </a:p>
                  </a:txBody>
                  <a:tcPr marT="0" marB="0" marR="68575" marL="68575"/>
                </a:tc>
                <a:tc>
                  <a:txBody>
                    <a:bodyPr/>
                    <a:lstStyle/>
                    <a:p>
                      <a:pPr indent="0" lvl="0" marL="0" marR="0" rtl="0" algn="just">
                        <a:lnSpc>
                          <a:spcPct val="150000"/>
                        </a:lnSpc>
                        <a:spcBef>
                          <a:spcPts val="0"/>
                        </a:spcBef>
                        <a:spcAft>
                          <a:spcPts val="0"/>
                        </a:spcAft>
                        <a:buNone/>
                      </a:pPr>
                      <a:r>
                        <a:rPr b="1" lang="en-US" sz="1800" u="none" cap="none" strike="noStrike">
                          <a:latin typeface="Times New Roman"/>
                          <a:ea typeface="Times New Roman"/>
                          <a:cs typeface="Times New Roman"/>
                          <a:sym typeface="Times New Roman"/>
                        </a:rPr>
                        <a:t>           72%</a:t>
                      </a:r>
                      <a:endParaRPr b="1" sz="1800" u="none" cap="none" strike="noStrike">
                        <a:latin typeface="Times New Roman"/>
                        <a:ea typeface="Times New Roman"/>
                        <a:cs typeface="Times New Roman"/>
                        <a:sym typeface="Times New Roman"/>
                      </a:endParaRPr>
                    </a:p>
                  </a:txBody>
                  <a:tcPr marT="0" marB="0" marR="68575" marL="68575"/>
                </a:tc>
              </a:tr>
            </a:tbl>
          </a:graphicData>
        </a:graphic>
      </p:graphicFrame>
      <p:sp>
        <p:nvSpPr>
          <p:cNvPr id="410" name="Google Shape;410;p12"/>
          <p:cNvSpPr/>
          <p:nvPr/>
        </p:nvSpPr>
        <p:spPr>
          <a:xfrm>
            <a:off x="-2163402" y="2878722"/>
            <a:ext cx="20384058" cy="276999"/>
          </a:xfrm>
          <a:prstGeom prst="rect">
            <a:avLst/>
          </a:prstGeom>
          <a:noFill/>
          <a:ln>
            <a:noFill/>
          </a:ln>
        </p:spPr>
        <p:txBody>
          <a:bodyPr anchorCtr="0" anchor="ctr" bIns="45700" lIns="91425" spcFirstLastPara="1" rIns="91425" wrap="square" tIns="45700">
            <a:spAutoFit/>
          </a:bodyPr>
          <a:lstStyle/>
          <a:p>
            <a:pPr indent="0" lvl="0" marL="0" marR="0" rtl="0" algn="just">
              <a:lnSpc>
                <a:spcPct val="100000"/>
              </a:lnSpc>
              <a:spcBef>
                <a:spcPts val="0"/>
              </a:spcBef>
              <a:spcAft>
                <a:spcPts val="0"/>
              </a:spcAft>
              <a:buClr>
                <a:srgbClr val="262626"/>
              </a:buClr>
              <a:buSzPts val="1200"/>
              <a:buFont typeface="Times New Roman"/>
              <a:buNone/>
            </a:pPr>
            <a:r>
              <a:rPr b="0" i="0" lang="en-US" sz="1200" u="none" cap="none" strike="noStrike">
                <a:solidFill>
                  <a:srgbClr val="262626"/>
                </a:solidFill>
                <a:latin typeface="Times New Roman"/>
                <a:ea typeface="Times New Roman"/>
                <a:cs typeface="Times New Roman"/>
                <a:sym typeface="Times New Roman"/>
              </a:rPr>
              <a:t>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14" name="Shape 414"/>
        <p:cNvGrpSpPr/>
        <p:nvPr/>
      </p:nvGrpSpPr>
      <p:grpSpPr>
        <a:xfrm>
          <a:off x="0" y="0"/>
          <a:ext cx="0" cy="0"/>
          <a:chOff x="0" y="0"/>
          <a:chExt cx="0" cy="0"/>
        </a:xfrm>
      </p:grpSpPr>
      <p:sp>
        <p:nvSpPr>
          <p:cNvPr id="415" name="Google Shape;415;p13"/>
          <p:cNvSpPr/>
          <p:nvPr/>
        </p:nvSpPr>
        <p:spPr>
          <a:xfrm>
            <a:off x="0" y="-1587"/>
            <a:ext cx="12192000" cy="685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416" name="Google Shape;416;p13"/>
          <p:cNvSpPr/>
          <p:nvPr/>
        </p:nvSpPr>
        <p:spPr>
          <a:xfrm rot="-589932">
            <a:off x="8490951" y="1797517"/>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417" name="Google Shape;417;p13"/>
          <p:cNvSpPr/>
          <p:nvPr/>
        </p:nvSpPr>
        <p:spPr>
          <a:xfrm>
            <a:off x="0" y="1780041"/>
            <a:ext cx="12192000" cy="5077959"/>
          </a:xfrm>
          <a:custGeom>
            <a:rect b="b" l="l" r="r" t="t"/>
            <a:pathLst>
              <a:path extrusionOk="0" h="5077959" w="12192000">
                <a:moveTo>
                  <a:pt x="12192000" y="0"/>
                </a:moveTo>
                <a:lnTo>
                  <a:pt x="12192000" y="1972152"/>
                </a:lnTo>
                <a:lnTo>
                  <a:pt x="12192000" y="2361342"/>
                </a:lnTo>
                <a:lnTo>
                  <a:pt x="12192000" y="5077959"/>
                </a:lnTo>
                <a:lnTo>
                  <a:pt x="0" y="5077959"/>
                </a:lnTo>
                <a:lnTo>
                  <a:pt x="0" y="2361342"/>
                </a:lnTo>
                <a:lnTo>
                  <a:pt x="0" y="1972152"/>
                </a:lnTo>
                <a:lnTo>
                  <a:pt x="0" y="12515"/>
                </a:lnTo>
                <a:lnTo>
                  <a:pt x="108623" y="29540"/>
                </a:lnTo>
                <a:lnTo>
                  <a:pt x="300195" y="56163"/>
                </a:lnTo>
                <a:lnTo>
                  <a:pt x="527528" y="88041"/>
                </a:lnTo>
                <a:lnTo>
                  <a:pt x="779127" y="121671"/>
                </a:lnTo>
                <a:lnTo>
                  <a:pt x="1062654" y="157052"/>
                </a:lnTo>
                <a:lnTo>
                  <a:pt x="1371726" y="194535"/>
                </a:lnTo>
                <a:lnTo>
                  <a:pt x="1707616" y="232018"/>
                </a:lnTo>
                <a:lnTo>
                  <a:pt x="2065219" y="270201"/>
                </a:lnTo>
                <a:lnTo>
                  <a:pt x="2450918" y="305583"/>
                </a:lnTo>
                <a:lnTo>
                  <a:pt x="2854496" y="339562"/>
                </a:lnTo>
                <a:lnTo>
                  <a:pt x="3281065" y="370390"/>
                </a:lnTo>
                <a:lnTo>
                  <a:pt x="3725514" y="399815"/>
                </a:lnTo>
                <a:lnTo>
                  <a:pt x="4189119" y="427490"/>
                </a:lnTo>
                <a:lnTo>
                  <a:pt x="4426671" y="437298"/>
                </a:lnTo>
                <a:lnTo>
                  <a:pt x="4669330" y="448158"/>
                </a:lnTo>
                <a:lnTo>
                  <a:pt x="4915819" y="458317"/>
                </a:lnTo>
                <a:lnTo>
                  <a:pt x="5163586" y="464973"/>
                </a:lnTo>
                <a:lnTo>
                  <a:pt x="5416461" y="470928"/>
                </a:lnTo>
                <a:lnTo>
                  <a:pt x="5671892" y="477234"/>
                </a:lnTo>
                <a:lnTo>
                  <a:pt x="5932430" y="481437"/>
                </a:lnTo>
                <a:lnTo>
                  <a:pt x="6195523" y="481437"/>
                </a:lnTo>
                <a:lnTo>
                  <a:pt x="6461170" y="483539"/>
                </a:lnTo>
                <a:lnTo>
                  <a:pt x="6729372" y="481437"/>
                </a:lnTo>
                <a:lnTo>
                  <a:pt x="7001406" y="477234"/>
                </a:lnTo>
                <a:lnTo>
                  <a:pt x="7273439" y="473380"/>
                </a:lnTo>
                <a:lnTo>
                  <a:pt x="7549303" y="464973"/>
                </a:lnTo>
                <a:lnTo>
                  <a:pt x="7827722" y="456215"/>
                </a:lnTo>
                <a:lnTo>
                  <a:pt x="8106140" y="446056"/>
                </a:lnTo>
                <a:lnTo>
                  <a:pt x="8387114" y="431694"/>
                </a:lnTo>
                <a:lnTo>
                  <a:pt x="8670640" y="414528"/>
                </a:lnTo>
                <a:lnTo>
                  <a:pt x="8955446" y="398064"/>
                </a:lnTo>
                <a:lnTo>
                  <a:pt x="9240250" y="377045"/>
                </a:lnTo>
                <a:lnTo>
                  <a:pt x="9528886" y="351823"/>
                </a:lnTo>
                <a:lnTo>
                  <a:pt x="9813691" y="326601"/>
                </a:lnTo>
                <a:lnTo>
                  <a:pt x="10103603" y="297525"/>
                </a:lnTo>
                <a:lnTo>
                  <a:pt x="10394794" y="265647"/>
                </a:lnTo>
                <a:lnTo>
                  <a:pt x="10682153" y="232018"/>
                </a:lnTo>
                <a:lnTo>
                  <a:pt x="10973344" y="192783"/>
                </a:lnTo>
                <a:lnTo>
                  <a:pt x="11263257" y="150746"/>
                </a:lnTo>
                <a:lnTo>
                  <a:pt x="11554448" y="109060"/>
                </a:lnTo>
                <a:lnTo>
                  <a:pt x="11844360" y="60367"/>
                </a:lnTo>
                <a:lnTo>
                  <a:pt x="12132996" y="10623"/>
                </a:lnTo>
                <a:close/>
              </a:path>
            </a:pathLst>
          </a:cu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grpSp>
        <p:nvGrpSpPr>
          <p:cNvPr id="418" name="Google Shape;418;p13"/>
          <p:cNvGrpSpPr/>
          <p:nvPr/>
        </p:nvGrpSpPr>
        <p:grpSpPr>
          <a:xfrm>
            <a:off x="0" y="0"/>
            <a:ext cx="12192000" cy="6858000"/>
            <a:chOff x="0" y="0"/>
            <a:chExt cx="12192000" cy="6858000"/>
          </a:xfrm>
        </p:grpSpPr>
        <p:sp>
          <p:nvSpPr>
            <p:cNvPr id="419" name="Google Shape;419;p13"/>
            <p:cNvSpPr/>
            <p:nvPr/>
          </p:nvSpPr>
          <p:spPr>
            <a:xfrm>
              <a:off x="0" y="0"/>
              <a:ext cx="12192000" cy="6858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3"/>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421" name="Google Shape;421;p13"/>
          <p:cNvSpPr txBox="1"/>
          <p:nvPr>
            <p:ph type="title"/>
          </p:nvPr>
        </p:nvSpPr>
        <p:spPr>
          <a:xfrm>
            <a:off x="1154954" y="838200"/>
            <a:ext cx="8761413" cy="9779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FFFFF"/>
              </a:buClr>
              <a:buSzPts val="3600"/>
              <a:buFont typeface="Century Gothic"/>
              <a:buNone/>
            </a:pPr>
            <a:r>
              <a:rPr lang="en-US">
                <a:solidFill>
                  <a:srgbClr val="FFFFFF"/>
                </a:solidFill>
              </a:rPr>
              <a:t>               Project Milestone</a:t>
            </a:r>
            <a:endParaRPr/>
          </a:p>
        </p:txBody>
      </p:sp>
      <p:sp>
        <p:nvSpPr>
          <p:cNvPr id="422" name="Google Shape;422;p13"/>
          <p:cNvSpPr txBox="1"/>
          <p:nvPr>
            <p:ph idx="1" type="body"/>
          </p:nvPr>
        </p:nvSpPr>
        <p:spPr>
          <a:xfrm>
            <a:off x="1887233" y="2278966"/>
            <a:ext cx="8417535" cy="437505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600"/>
              <a:buFont typeface="Noto Sans Symbols"/>
              <a:buChar char="∙"/>
            </a:pPr>
            <a:r>
              <a:rPr lang="en-US" sz="2000">
                <a:latin typeface="Times New Roman"/>
                <a:ea typeface="Times New Roman"/>
                <a:cs typeface="Times New Roman"/>
                <a:sym typeface="Times New Roman"/>
              </a:rPr>
              <a:t>Several issues arose throughout the completion of this project:</a:t>
            </a:r>
            <a:endParaRPr sz="2000">
              <a:latin typeface="Times New Roman"/>
              <a:ea typeface="Times New Roman"/>
              <a:cs typeface="Times New Roman"/>
              <a:sym typeface="Times New Roman"/>
            </a:endParaRPr>
          </a:p>
          <a:p>
            <a:pPr indent="-342900" lvl="0" marL="342900" rtl="0" algn="l">
              <a:spcBef>
                <a:spcPts val="1000"/>
              </a:spcBef>
              <a:spcAft>
                <a:spcPts val="0"/>
              </a:spcAft>
              <a:buSzPts val="1600"/>
              <a:buFont typeface="Noto Sans Symbols"/>
              <a:buChar char="∙"/>
            </a:pPr>
            <a:r>
              <a:rPr lang="en-US" sz="2000">
                <a:latin typeface="Times New Roman"/>
                <a:ea typeface="Times New Roman"/>
                <a:cs typeface="Times New Roman"/>
                <a:sym typeface="Times New Roman"/>
              </a:rPr>
              <a:t> Firstly, it is a massive undertaking. It was a challenging assignment to learn and put into practise. We have no experience with machine reading comprehension, particularly in the Urdu language and several modules.</a:t>
            </a:r>
            <a:endParaRPr sz="2000">
              <a:latin typeface="Times New Roman"/>
              <a:ea typeface="Times New Roman"/>
              <a:cs typeface="Times New Roman"/>
              <a:sym typeface="Times New Roman"/>
            </a:endParaRPr>
          </a:p>
          <a:p>
            <a:pPr indent="-342900" lvl="0" marL="342900" rtl="0" algn="l">
              <a:spcBef>
                <a:spcPts val="1000"/>
              </a:spcBef>
              <a:spcAft>
                <a:spcPts val="0"/>
              </a:spcAft>
              <a:buSzPts val="1600"/>
              <a:buFont typeface="Noto Sans Symbols"/>
              <a:buChar char="∙"/>
            </a:pPr>
            <a:r>
              <a:rPr lang="en-US" sz="2000">
                <a:latin typeface="Times New Roman"/>
                <a:ea typeface="Times New Roman"/>
                <a:cs typeface="Times New Roman"/>
                <a:sym typeface="Times New Roman"/>
              </a:rPr>
              <a:t>Secondly, there is not a single dataset available on the internet because there is not much work done on this language. No codes or any machine learning, deep learning technique available on the internet.</a:t>
            </a:r>
            <a:endParaRPr sz="2000">
              <a:latin typeface="Times New Roman"/>
              <a:ea typeface="Times New Roman"/>
              <a:cs typeface="Times New Roman"/>
              <a:sym typeface="Times New Roman"/>
            </a:endParaRPr>
          </a:p>
          <a:p>
            <a:pPr indent="-342900" lvl="0" marL="342900" rtl="0" algn="l">
              <a:spcBef>
                <a:spcPts val="1000"/>
              </a:spcBef>
              <a:spcAft>
                <a:spcPts val="0"/>
              </a:spcAft>
              <a:buSzPts val="1600"/>
              <a:buFont typeface="Noto Sans Symbols"/>
              <a:buChar char="∙"/>
            </a:pPr>
            <a:r>
              <a:rPr lang="en-US" sz="2000">
                <a:latin typeface="Times New Roman"/>
                <a:ea typeface="Times New Roman"/>
                <a:cs typeface="Times New Roman"/>
                <a:sym typeface="Times New Roman"/>
              </a:rPr>
              <a:t>Thirdly for the translation purpose we did not find any VISA card but after some days we get cards and use 2 VISA card for translation process and translate the English SQuAD dataset into Urdu dataset. </a:t>
            </a:r>
            <a:endParaRPr sz="2000">
              <a:latin typeface="Times New Roman"/>
              <a:ea typeface="Times New Roman"/>
              <a:cs typeface="Times New Roman"/>
              <a:sym typeface="Times New Roman"/>
            </a:endParaRPr>
          </a:p>
          <a:p>
            <a:pPr indent="-251459" lvl="0" marL="342900" rtl="0" algn="l">
              <a:spcBef>
                <a:spcPts val="2200"/>
              </a:spcBef>
              <a:spcAft>
                <a:spcPts val="0"/>
              </a:spcAft>
              <a:buSzPts val="144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26" name="Shape 426"/>
        <p:cNvGrpSpPr/>
        <p:nvPr/>
      </p:nvGrpSpPr>
      <p:grpSpPr>
        <a:xfrm>
          <a:off x="0" y="0"/>
          <a:ext cx="0" cy="0"/>
          <a:chOff x="0" y="0"/>
          <a:chExt cx="0" cy="0"/>
        </a:xfrm>
      </p:grpSpPr>
      <p:sp>
        <p:nvSpPr>
          <p:cNvPr id="427" name="Google Shape;427;p14"/>
          <p:cNvSpPr/>
          <p:nvPr/>
        </p:nvSpPr>
        <p:spPr>
          <a:xfrm>
            <a:off x="0" y="0"/>
            <a:ext cx="12192000" cy="6858000"/>
          </a:xfrm>
          <a:prstGeom prst="rect">
            <a:avLst/>
          </a:prstGeom>
          <a:gradFill>
            <a:gsLst>
              <a:gs pos="0">
                <a:schemeClr val="lt1"/>
              </a:gs>
              <a:gs pos="100000">
                <a:srgbClr val="7E7E7E"/>
              </a:gs>
            </a:gsLst>
            <a:path path="circle">
              <a:fillToRect b="100%" r="100%"/>
            </a:path>
            <a:tileRect l="-100%" t="-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428" name="Google Shape;428;p14"/>
          <p:cNvSpPr/>
          <p:nvPr/>
        </p:nvSpPr>
        <p:spPr>
          <a:xfrm>
            <a:off x="476250" y="473745"/>
            <a:ext cx="11227090" cy="5902829"/>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4"/>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4"/>
          <p:cNvSpPr txBox="1"/>
          <p:nvPr>
            <p:ph idx="1" type="body"/>
          </p:nvPr>
        </p:nvSpPr>
        <p:spPr>
          <a:xfrm>
            <a:off x="1154954" y="731521"/>
            <a:ext cx="9001920" cy="5652734"/>
          </a:xfrm>
          <a:prstGeom prst="rect">
            <a:avLst/>
          </a:prstGeom>
          <a:noFill/>
          <a:ln>
            <a:noFill/>
          </a:ln>
        </p:spPr>
        <p:txBody>
          <a:bodyPr anchorCtr="0" anchor="ctr" bIns="45700" lIns="91425" spcFirstLastPara="1" rIns="91425" wrap="square" tIns="45700">
            <a:normAutofit/>
          </a:bodyPr>
          <a:lstStyle/>
          <a:p>
            <a:pPr indent="-342900" lvl="0" marL="342900" rtl="0" algn="l">
              <a:spcBef>
                <a:spcPts val="0"/>
              </a:spcBef>
              <a:spcAft>
                <a:spcPts val="0"/>
              </a:spcAft>
              <a:buSzPts val="1600"/>
              <a:buChar char="►"/>
            </a:pPr>
            <a:r>
              <a:rPr lang="en-US" sz="2000">
                <a:solidFill>
                  <a:schemeClr val="dk1"/>
                </a:solidFill>
                <a:latin typeface="Times New Roman"/>
                <a:ea typeface="Times New Roman"/>
                <a:cs typeface="Times New Roman"/>
                <a:sym typeface="Times New Roman"/>
              </a:rPr>
              <a:t>Lastly, Training and testing large amount of data on personal computers with limited amount of CPU and GPU processing was a very difficult task. creating a subset of data to be utilized for training and testing of model was proven impossible due to the need to use supervised learning for the model. In addition, creating such training and testing data could not be possible as creating a quality training data set requires time and large amount of effort as it would require manually going through thousands of texts as having a limited number of training dataset limited the vocabulary of the model.</a:t>
            </a:r>
            <a:endParaRPr sz="2000">
              <a:solidFill>
                <a:schemeClr val="dk1"/>
              </a:solidFill>
              <a:latin typeface="Times New Roman"/>
              <a:ea typeface="Times New Roman"/>
              <a:cs typeface="Times New Roman"/>
              <a:sym typeface="Times New Roman"/>
            </a:endParaRPr>
          </a:p>
          <a:p>
            <a:pPr indent="-342900" lvl="0" marL="342900" rtl="0" algn="l">
              <a:spcBef>
                <a:spcPts val="600"/>
              </a:spcBef>
              <a:spcAft>
                <a:spcPts val="0"/>
              </a:spcAft>
              <a:buSzPts val="1600"/>
              <a:buChar char="►"/>
            </a:pPr>
            <a:r>
              <a:rPr lang="en-US" sz="2000">
                <a:solidFill>
                  <a:schemeClr val="dk1"/>
                </a:solidFill>
                <a:latin typeface="Times New Roman"/>
                <a:ea typeface="Times New Roman"/>
                <a:cs typeface="Times New Roman"/>
                <a:sym typeface="Times New Roman"/>
              </a:rPr>
              <a:t>We had many technical problems like working on code and all the errors.</a:t>
            </a:r>
            <a:endParaRPr sz="2000">
              <a:solidFill>
                <a:schemeClr val="dk1"/>
              </a:solidFill>
              <a:latin typeface="Times New Roman"/>
              <a:ea typeface="Times New Roman"/>
              <a:cs typeface="Times New Roman"/>
              <a:sym typeface="Times New Roman"/>
            </a:endParaRPr>
          </a:p>
          <a:p>
            <a:pPr indent="-342900" lvl="0" marL="342900" rtl="0" algn="l">
              <a:spcBef>
                <a:spcPts val="600"/>
              </a:spcBef>
              <a:spcAft>
                <a:spcPts val="0"/>
              </a:spcAft>
              <a:buSzPts val="1600"/>
              <a:buChar char="►"/>
            </a:pPr>
            <a:r>
              <a:rPr lang="en-US" sz="2000">
                <a:solidFill>
                  <a:schemeClr val="dk1"/>
                </a:solidFill>
                <a:latin typeface="Times New Roman"/>
                <a:ea typeface="Times New Roman"/>
                <a:cs typeface="Times New Roman"/>
                <a:sym typeface="Times New Roman"/>
              </a:rPr>
              <a:t>We discovered a lot of new information, including how to use all of the components, libraries, and frameworks. We learned a crucial lesson: through togetherness, collaboration, and teamwork, we can achieve extraordinary things.</a:t>
            </a:r>
            <a:endParaRPr sz="2000">
              <a:solidFill>
                <a:schemeClr val="dk1"/>
              </a:solidFill>
              <a:latin typeface="Times New Roman"/>
              <a:ea typeface="Times New Roman"/>
              <a:cs typeface="Times New Roman"/>
              <a:sym typeface="Times New Roman"/>
            </a:endParaRPr>
          </a:p>
          <a:p>
            <a:pPr indent="-251459" lvl="0" marL="342900" rtl="0" algn="l">
              <a:spcBef>
                <a:spcPts val="1000"/>
              </a:spcBef>
              <a:spcAft>
                <a:spcPts val="0"/>
              </a:spcAft>
              <a:buSzPts val="1440"/>
              <a:buNone/>
            </a:pPr>
            <a:r>
              <a:t/>
            </a:r>
            <a:endParaRPr>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34" name="Shape 434"/>
        <p:cNvGrpSpPr/>
        <p:nvPr/>
      </p:nvGrpSpPr>
      <p:grpSpPr>
        <a:xfrm>
          <a:off x="0" y="0"/>
          <a:ext cx="0" cy="0"/>
          <a:chOff x="0" y="0"/>
          <a:chExt cx="0" cy="0"/>
        </a:xfrm>
      </p:grpSpPr>
      <p:grpSp>
        <p:nvGrpSpPr>
          <p:cNvPr id="435" name="Google Shape;435;p15"/>
          <p:cNvGrpSpPr/>
          <p:nvPr/>
        </p:nvGrpSpPr>
        <p:grpSpPr>
          <a:xfrm>
            <a:off x="0" y="0"/>
            <a:ext cx="12192000" cy="6858000"/>
            <a:chOff x="0" y="0"/>
            <a:chExt cx="12192000" cy="6858000"/>
          </a:xfrm>
        </p:grpSpPr>
        <p:sp>
          <p:nvSpPr>
            <p:cNvPr id="436" name="Google Shape;436;p15"/>
            <p:cNvSpPr/>
            <p:nvPr/>
          </p:nvSpPr>
          <p:spPr>
            <a:xfrm>
              <a:off x="0" y="0"/>
              <a:ext cx="12192000" cy="6858000"/>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5"/>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438" name="Google Shape;438;p15"/>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5"/>
          <p:cNvSpPr txBox="1"/>
          <p:nvPr>
            <p:ph type="title"/>
          </p:nvPr>
        </p:nvSpPr>
        <p:spPr>
          <a:xfrm>
            <a:off x="8382055" y="1241266"/>
            <a:ext cx="3161016" cy="3153753"/>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EBEBEB"/>
              </a:buClr>
              <a:buSzPts val="5400"/>
              <a:buFont typeface="Century Gothic"/>
              <a:buNone/>
            </a:pPr>
            <a:r>
              <a:rPr b="0" i="0" lang="en-US" sz="5400">
                <a:solidFill>
                  <a:srgbClr val="EBEBEB"/>
                </a:solidFill>
                <a:latin typeface="Century Gothic"/>
                <a:ea typeface="Century Gothic"/>
                <a:cs typeface="Century Gothic"/>
                <a:sym typeface="Century Gothic"/>
              </a:rPr>
              <a:t>                       RESULTS</a:t>
            </a:r>
            <a:br>
              <a:rPr b="0" i="0" lang="en-US" sz="5400">
                <a:solidFill>
                  <a:srgbClr val="EBEBEB"/>
                </a:solidFill>
                <a:latin typeface="Century Gothic"/>
                <a:ea typeface="Century Gothic"/>
                <a:cs typeface="Century Gothic"/>
                <a:sym typeface="Century Gothic"/>
              </a:rPr>
            </a:br>
            <a:r>
              <a:rPr b="0" i="0" lang="en-US" sz="5400">
                <a:solidFill>
                  <a:srgbClr val="EBEBEB"/>
                </a:solidFill>
                <a:latin typeface="Century Gothic"/>
                <a:ea typeface="Century Gothic"/>
                <a:cs typeface="Century Gothic"/>
                <a:sym typeface="Century Gothic"/>
              </a:rPr>
              <a:t>mT5 Model</a:t>
            </a:r>
            <a:endParaRPr/>
          </a:p>
        </p:txBody>
      </p:sp>
      <p:grpSp>
        <p:nvGrpSpPr>
          <p:cNvPr id="440" name="Google Shape;440;p15"/>
          <p:cNvGrpSpPr/>
          <p:nvPr/>
        </p:nvGrpSpPr>
        <p:grpSpPr>
          <a:xfrm>
            <a:off x="423332" y="384432"/>
            <a:ext cx="8038974" cy="6071404"/>
            <a:chOff x="423332" y="384432"/>
            <a:chExt cx="8038974" cy="6071404"/>
          </a:xfrm>
        </p:grpSpPr>
        <p:sp>
          <p:nvSpPr>
            <p:cNvPr id="441" name="Google Shape;441;p15"/>
            <p:cNvSpPr/>
            <p:nvPr/>
          </p:nvSpPr>
          <p:spPr>
            <a:xfrm flipH="1">
              <a:off x="423332" y="402165"/>
              <a:ext cx="6785133" cy="60536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5"/>
            <p:cNvSpPr/>
            <p:nvPr/>
          </p:nvSpPr>
          <p:spPr>
            <a:xfrm flipH="1" rot="5400000">
              <a:off x="4616676" y="2801722"/>
              <a:ext cx="6053670" cy="1254558"/>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443" name="Google Shape;443;p15"/>
            <p:cNvSpPr/>
            <p:nvPr/>
          </p:nvSpPr>
          <p:spPr>
            <a:xfrm flipH="1" rot="5677511">
              <a:off x="6459831" y="1826079"/>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Text&#10;&#10;Description automatically generated" id="444" name="Google Shape;444;p15"/>
          <p:cNvPicPr preferRelativeResize="0"/>
          <p:nvPr>
            <p:ph idx="1" type="body"/>
          </p:nvPr>
        </p:nvPicPr>
        <p:blipFill rotWithShape="1">
          <a:blip r:embed="rId4">
            <a:alphaModFix/>
          </a:blip>
          <a:srcRect b="0" l="0" r="0" t="0"/>
          <a:stretch/>
        </p:blipFill>
        <p:spPr>
          <a:xfrm>
            <a:off x="239152" y="402164"/>
            <a:ext cx="7406346" cy="588609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48" name="Shape 448"/>
        <p:cNvGrpSpPr/>
        <p:nvPr/>
      </p:nvGrpSpPr>
      <p:grpSpPr>
        <a:xfrm>
          <a:off x="0" y="0"/>
          <a:ext cx="0" cy="0"/>
          <a:chOff x="0" y="0"/>
          <a:chExt cx="0" cy="0"/>
        </a:xfrm>
      </p:grpSpPr>
      <p:sp>
        <p:nvSpPr>
          <p:cNvPr id="449" name="Google Shape;449;p16"/>
          <p:cNvSpPr/>
          <p:nvPr/>
        </p:nvSpPr>
        <p:spPr>
          <a:xfrm>
            <a:off x="0" y="-1587"/>
            <a:ext cx="12192000" cy="685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sp>
        <p:nvSpPr>
          <p:cNvPr id="450" name="Google Shape;450;p16"/>
          <p:cNvSpPr/>
          <p:nvPr/>
        </p:nvSpPr>
        <p:spPr>
          <a:xfrm rot="-589932">
            <a:off x="8490951" y="1797517"/>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entury Gothic"/>
              <a:ea typeface="Century Gothic"/>
              <a:cs typeface="Century Gothic"/>
              <a:sym typeface="Century Gothic"/>
            </a:endParaRPr>
          </a:p>
        </p:txBody>
      </p:sp>
      <p:sp>
        <p:nvSpPr>
          <p:cNvPr id="451" name="Google Shape;451;p16"/>
          <p:cNvSpPr/>
          <p:nvPr/>
        </p:nvSpPr>
        <p:spPr>
          <a:xfrm>
            <a:off x="0" y="1780041"/>
            <a:ext cx="12192000" cy="5077959"/>
          </a:xfrm>
          <a:custGeom>
            <a:rect b="b" l="l" r="r" t="t"/>
            <a:pathLst>
              <a:path extrusionOk="0" h="5077959" w="12192000">
                <a:moveTo>
                  <a:pt x="12192000" y="0"/>
                </a:moveTo>
                <a:lnTo>
                  <a:pt x="12192000" y="1972152"/>
                </a:lnTo>
                <a:lnTo>
                  <a:pt x="12192000" y="2361342"/>
                </a:lnTo>
                <a:lnTo>
                  <a:pt x="12192000" y="5077959"/>
                </a:lnTo>
                <a:lnTo>
                  <a:pt x="0" y="5077959"/>
                </a:lnTo>
                <a:lnTo>
                  <a:pt x="0" y="2361342"/>
                </a:lnTo>
                <a:lnTo>
                  <a:pt x="0" y="1972152"/>
                </a:lnTo>
                <a:lnTo>
                  <a:pt x="0" y="12515"/>
                </a:lnTo>
                <a:lnTo>
                  <a:pt x="108623" y="29540"/>
                </a:lnTo>
                <a:lnTo>
                  <a:pt x="300195" y="56163"/>
                </a:lnTo>
                <a:lnTo>
                  <a:pt x="527528" y="88041"/>
                </a:lnTo>
                <a:lnTo>
                  <a:pt x="779127" y="121671"/>
                </a:lnTo>
                <a:lnTo>
                  <a:pt x="1062654" y="157052"/>
                </a:lnTo>
                <a:lnTo>
                  <a:pt x="1371726" y="194535"/>
                </a:lnTo>
                <a:lnTo>
                  <a:pt x="1707616" y="232018"/>
                </a:lnTo>
                <a:lnTo>
                  <a:pt x="2065219" y="270201"/>
                </a:lnTo>
                <a:lnTo>
                  <a:pt x="2450918" y="305583"/>
                </a:lnTo>
                <a:lnTo>
                  <a:pt x="2854496" y="339562"/>
                </a:lnTo>
                <a:lnTo>
                  <a:pt x="3281065" y="370390"/>
                </a:lnTo>
                <a:lnTo>
                  <a:pt x="3725514" y="399815"/>
                </a:lnTo>
                <a:lnTo>
                  <a:pt x="4189119" y="427490"/>
                </a:lnTo>
                <a:lnTo>
                  <a:pt x="4426671" y="437298"/>
                </a:lnTo>
                <a:lnTo>
                  <a:pt x="4669330" y="448158"/>
                </a:lnTo>
                <a:lnTo>
                  <a:pt x="4915819" y="458317"/>
                </a:lnTo>
                <a:lnTo>
                  <a:pt x="5163586" y="464973"/>
                </a:lnTo>
                <a:lnTo>
                  <a:pt x="5416461" y="470928"/>
                </a:lnTo>
                <a:lnTo>
                  <a:pt x="5671892" y="477234"/>
                </a:lnTo>
                <a:lnTo>
                  <a:pt x="5932430" y="481437"/>
                </a:lnTo>
                <a:lnTo>
                  <a:pt x="6195523" y="481437"/>
                </a:lnTo>
                <a:lnTo>
                  <a:pt x="6461170" y="483539"/>
                </a:lnTo>
                <a:lnTo>
                  <a:pt x="6729372" y="481437"/>
                </a:lnTo>
                <a:lnTo>
                  <a:pt x="7001406" y="477234"/>
                </a:lnTo>
                <a:lnTo>
                  <a:pt x="7273439" y="473380"/>
                </a:lnTo>
                <a:lnTo>
                  <a:pt x="7549303" y="464973"/>
                </a:lnTo>
                <a:lnTo>
                  <a:pt x="7827722" y="456215"/>
                </a:lnTo>
                <a:lnTo>
                  <a:pt x="8106140" y="446056"/>
                </a:lnTo>
                <a:lnTo>
                  <a:pt x="8387114" y="431694"/>
                </a:lnTo>
                <a:lnTo>
                  <a:pt x="8670640" y="414528"/>
                </a:lnTo>
                <a:lnTo>
                  <a:pt x="8955446" y="398064"/>
                </a:lnTo>
                <a:lnTo>
                  <a:pt x="9240250" y="377045"/>
                </a:lnTo>
                <a:lnTo>
                  <a:pt x="9528886" y="351823"/>
                </a:lnTo>
                <a:lnTo>
                  <a:pt x="9813691" y="326601"/>
                </a:lnTo>
                <a:lnTo>
                  <a:pt x="10103603" y="297525"/>
                </a:lnTo>
                <a:lnTo>
                  <a:pt x="10394794" y="265647"/>
                </a:lnTo>
                <a:lnTo>
                  <a:pt x="10682153" y="232018"/>
                </a:lnTo>
                <a:lnTo>
                  <a:pt x="10973344" y="192783"/>
                </a:lnTo>
                <a:lnTo>
                  <a:pt x="11263257" y="150746"/>
                </a:lnTo>
                <a:lnTo>
                  <a:pt x="11554448" y="109060"/>
                </a:lnTo>
                <a:lnTo>
                  <a:pt x="11844360" y="60367"/>
                </a:lnTo>
                <a:lnTo>
                  <a:pt x="12132996" y="10623"/>
                </a:lnTo>
                <a:close/>
              </a:path>
            </a:pathLst>
          </a:cu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entury Gothic"/>
              <a:ea typeface="Century Gothic"/>
              <a:cs typeface="Century Gothic"/>
              <a:sym typeface="Century Gothic"/>
            </a:endParaRPr>
          </a:p>
        </p:txBody>
      </p:sp>
      <p:grpSp>
        <p:nvGrpSpPr>
          <p:cNvPr id="452" name="Google Shape;452;p16"/>
          <p:cNvGrpSpPr/>
          <p:nvPr/>
        </p:nvGrpSpPr>
        <p:grpSpPr>
          <a:xfrm>
            <a:off x="0" y="0"/>
            <a:ext cx="12192000" cy="6858000"/>
            <a:chOff x="0" y="0"/>
            <a:chExt cx="12192000" cy="6858000"/>
          </a:xfrm>
        </p:grpSpPr>
        <p:sp>
          <p:nvSpPr>
            <p:cNvPr id="453" name="Google Shape;453;p16"/>
            <p:cNvSpPr/>
            <p:nvPr/>
          </p:nvSpPr>
          <p:spPr>
            <a:xfrm>
              <a:off x="0" y="0"/>
              <a:ext cx="12192000" cy="6858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6"/>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455" name="Google Shape;455;p16"/>
          <p:cNvSpPr txBox="1"/>
          <p:nvPr>
            <p:ph type="title"/>
          </p:nvPr>
        </p:nvSpPr>
        <p:spPr>
          <a:xfrm>
            <a:off x="1154954" y="838200"/>
            <a:ext cx="8761413" cy="9779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FFFFF"/>
              </a:buClr>
              <a:buSzPts val="3600"/>
              <a:buFont typeface="Century Gothic"/>
              <a:buNone/>
            </a:pPr>
            <a:r>
              <a:rPr lang="en-US">
                <a:solidFill>
                  <a:srgbClr val="FFFFFF"/>
                </a:solidFill>
              </a:rPr>
              <a:t>References</a:t>
            </a:r>
            <a:endParaRPr/>
          </a:p>
        </p:txBody>
      </p:sp>
      <p:sp>
        <p:nvSpPr>
          <p:cNvPr id="456" name="Google Shape;456;p16"/>
          <p:cNvSpPr txBox="1"/>
          <p:nvPr>
            <p:ph idx="1" type="body"/>
          </p:nvPr>
        </p:nvSpPr>
        <p:spPr>
          <a:xfrm>
            <a:off x="1887233" y="2349305"/>
            <a:ext cx="8417535" cy="4507108"/>
          </a:xfrm>
          <a:prstGeom prst="rect">
            <a:avLst/>
          </a:prstGeom>
          <a:noFill/>
          <a:ln>
            <a:noFill/>
          </a:ln>
        </p:spPr>
        <p:txBody>
          <a:bodyPr anchorCtr="0" anchor="t" bIns="45700" lIns="91425" spcFirstLastPara="1" rIns="91425" wrap="square" tIns="45700">
            <a:normAutofit/>
          </a:bodyPr>
          <a:lstStyle/>
          <a:p>
            <a:pPr indent="-419100" lvl="0" marL="457200" marR="0" rtl="0" algn="l">
              <a:lnSpc>
                <a:spcPct val="90000"/>
              </a:lnSpc>
              <a:spcBef>
                <a:spcPts val="0"/>
              </a:spcBef>
              <a:spcAft>
                <a:spcPts val="0"/>
              </a:spcAft>
              <a:buSzPts val="680"/>
              <a:buChar char="►"/>
            </a:pPr>
            <a:r>
              <a:rPr lang="en-US" sz="1000">
                <a:latin typeface="Times New Roman"/>
                <a:ea typeface="Times New Roman"/>
                <a:cs typeface="Times New Roman"/>
                <a:sym typeface="Times New Roman"/>
              </a:rPr>
              <a:t>Trung, L. H. (2019). https://euroasia-science.ru/pdf-arxiv/the-controllability-function-of-polynomial-for-descriptorsystems-23-31/. EurasianUnionScientists, 4(65). https://doi.org/10.31618/esu.2413 9335.2019.4.65.27</a:t>
            </a:r>
            <a:endParaRPr sz="1200"/>
          </a:p>
          <a:p>
            <a:pPr indent="0" lvl="0" marL="0" marR="0" rtl="0" algn="l">
              <a:lnSpc>
                <a:spcPct val="90000"/>
              </a:lnSpc>
              <a:spcBef>
                <a:spcPts val="0"/>
              </a:spcBef>
              <a:spcAft>
                <a:spcPts val="0"/>
              </a:spcAft>
              <a:buSzPts val="1280"/>
              <a:buNone/>
            </a:pPr>
            <a:r>
              <a:t/>
            </a:r>
            <a:endParaRPr sz="1000">
              <a:latin typeface="Times New Roman"/>
              <a:ea typeface="Times New Roman"/>
              <a:cs typeface="Times New Roman"/>
              <a:sym typeface="Times New Roman"/>
            </a:endParaRPr>
          </a:p>
          <a:p>
            <a:pPr indent="-321945" lvl="0" marL="360045" marR="0" rtl="0" algn="l">
              <a:lnSpc>
                <a:spcPct val="90000"/>
              </a:lnSpc>
              <a:spcBef>
                <a:spcPts val="0"/>
              </a:spcBef>
              <a:spcAft>
                <a:spcPts val="0"/>
              </a:spcAft>
              <a:buSzPts val="680"/>
              <a:buChar char="►"/>
            </a:pPr>
            <a:r>
              <a:rPr i="1" lang="en-US" sz="1000">
                <a:latin typeface="Times New Roman"/>
                <a:ea typeface="Times New Roman"/>
                <a:cs typeface="Times New Roman"/>
                <a:sym typeface="Times New Roman"/>
              </a:rPr>
              <a:t>CiteSeerX — query based Arabic text summarization 1</a:t>
            </a:r>
            <a:r>
              <a:rPr lang="en-US" sz="1000">
                <a:latin typeface="Times New Roman"/>
                <a:ea typeface="Times New Roman"/>
                <a:cs typeface="Times New Roman"/>
                <a:sym typeface="Times New Roman"/>
              </a:rPr>
              <a:t>. (n.d.). Retrieved December 6, 2021, from https://citeseerx.ist.psu.edu/viewdoc/summary?doi=10.1.1.308.4480. </a:t>
            </a:r>
            <a:endParaRPr sz="1200"/>
          </a:p>
          <a:p>
            <a:pPr indent="0" lvl="0" marL="0" marR="0" rtl="0" algn="l">
              <a:lnSpc>
                <a:spcPct val="90000"/>
              </a:lnSpc>
              <a:spcBef>
                <a:spcPts val="0"/>
              </a:spcBef>
              <a:spcAft>
                <a:spcPts val="0"/>
              </a:spcAft>
              <a:buSzPts val="1280"/>
              <a:buNone/>
            </a:pPr>
            <a:r>
              <a:t/>
            </a:r>
            <a:endParaRPr sz="1000">
              <a:latin typeface="Times New Roman"/>
              <a:ea typeface="Times New Roman"/>
              <a:cs typeface="Times New Roman"/>
              <a:sym typeface="Times New Roman"/>
            </a:endParaRPr>
          </a:p>
          <a:p>
            <a:pPr indent="-321945" lvl="0" marL="360045" marR="0" rtl="0" algn="l">
              <a:lnSpc>
                <a:spcPct val="90000"/>
              </a:lnSpc>
              <a:spcBef>
                <a:spcPts val="0"/>
              </a:spcBef>
              <a:spcAft>
                <a:spcPts val="0"/>
              </a:spcAft>
              <a:buSzPts val="680"/>
              <a:buChar char="►"/>
            </a:pPr>
            <a:r>
              <a:rPr lang="en-US" sz="1000">
                <a:latin typeface="Times New Roman"/>
                <a:ea typeface="Times New Roman"/>
                <a:cs typeface="Times New Roman"/>
                <a:sym typeface="Times New Roman"/>
              </a:rPr>
              <a:t>Zhao, M., Yan, S., Liu, B., Zhong, X., Hao, Q., Chen, H., Niu, D., Long, B., &amp; Guo, W. (2020, October 28). </a:t>
            </a:r>
            <a:r>
              <a:rPr i="1" lang="en-US" sz="1000">
                <a:latin typeface="Times New Roman"/>
                <a:ea typeface="Times New Roman"/>
                <a:cs typeface="Times New Roman"/>
                <a:sym typeface="Times New Roman"/>
              </a:rPr>
              <a:t>QBSUM: A large-scale query-based document summarization dataset from real-world applications</a:t>
            </a:r>
            <a:r>
              <a:rPr lang="en-US" sz="1000">
                <a:latin typeface="Times New Roman"/>
                <a:ea typeface="Times New Roman"/>
                <a:cs typeface="Times New Roman"/>
                <a:sym typeface="Times New Roman"/>
              </a:rPr>
              <a:t>. Computer Speech &amp; Language. Retrieved December 6, 2021, from https://www.sciencedirect.com/science/article/abs/pii/S0885230820300991. </a:t>
            </a:r>
            <a:endParaRPr sz="1200"/>
          </a:p>
          <a:p>
            <a:pPr indent="0" lvl="0" marL="0" marR="0" rtl="0" algn="l">
              <a:lnSpc>
                <a:spcPct val="90000"/>
              </a:lnSpc>
              <a:spcBef>
                <a:spcPts val="0"/>
              </a:spcBef>
              <a:spcAft>
                <a:spcPts val="0"/>
              </a:spcAft>
              <a:buSzPts val="1280"/>
              <a:buNone/>
            </a:pPr>
            <a:r>
              <a:t/>
            </a:r>
            <a:endParaRPr sz="1000">
              <a:latin typeface="Times New Roman"/>
              <a:ea typeface="Times New Roman"/>
              <a:cs typeface="Times New Roman"/>
              <a:sym typeface="Times New Roman"/>
            </a:endParaRPr>
          </a:p>
          <a:p>
            <a:pPr indent="-321945" lvl="0" marL="360045" marR="0" rtl="0" algn="l">
              <a:lnSpc>
                <a:spcPct val="90000"/>
              </a:lnSpc>
              <a:spcBef>
                <a:spcPts val="0"/>
              </a:spcBef>
              <a:spcAft>
                <a:spcPts val="0"/>
              </a:spcAft>
              <a:buSzPts val="680"/>
              <a:buChar char="►"/>
            </a:pPr>
            <a:r>
              <a:rPr lang="en-US" sz="1000">
                <a:latin typeface="Times New Roman"/>
                <a:ea typeface="Times New Roman"/>
                <a:cs typeface="Times New Roman"/>
                <a:sym typeface="Times New Roman"/>
              </a:rPr>
              <a:t>Kumar, Y., Kaur, K., &amp; Kaur, S. (2021, February 12). </a:t>
            </a:r>
            <a:r>
              <a:rPr i="1" lang="en-US" sz="1000">
                <a:latin typeface="Times New Roman"/>
                <a:ea typeface="Times New Roman"/>
                <a:cs typeface="Times New Roman"/>
                <a:sym typeface="Times New Roman"/>
              </a:rPr>
              <a:t>Study of automatic text summarization approaches in different languages</a:t>
            </a:r>
            <a:r>
              <a:rPr lang="en-US" sz="1000">
                <a:latin typeface="Times New Roman"/>
                <a:ea typeface="Times New Roman"/>
                <a:cs typeface="Times New Roman"/>
                <a:sym typeface="Times New Roman"/>
              </a:rPr>
              <a:t>. Artificial Intelligence Review. Retrieved December 6, 2021, from https://link.springer.com/article/10.1007/s10462-021-09964-4. </a:t>
            </a:r>
            <a:endParaRPr sz="1200"/>
          </a:p>
          <a:p>
            <a:pPr indent="0" lvl="0" marL="0" marR="0" rtl="0" algn="l">
              <a:lnSpc>
                <a:spcPct val="90000"/>
              </a:lnSpc>
              <a:spcBef>
                <a:spcPts val="0"/>
              </a:spcBef>
              <a:spcAft>
                <a:spcPts val="0"/>
              </a:spcAft>
              <a:buSzPts val="1280"/>
              <a:buNone/>
            </a:pPr>
            <a:r>
              <a:t/>
            </a:r>
            <a:endParaRPr sz="1000">
              <a:latin typeface="Times New Roman"/>
              <a:ea typeface="Times New Roman"/>
              <a:cs typeface="Times New Roman"/>
              <a:sym typeface="Times New Roman"/>
            </a:endParaRPr>
          </a:p>
          <a:p>
            <a:pPr indent="-321945" lvl="0" marL="360045" marR="0" rtl="0" algn="l">
              <a:lnSpc>
                <a:spcPct val="90000"/>
              </a:lnSpc>
              <a:spcBef>
                <a:spcPts val="0"/>
              </a:spcBef>
              <a:spcAft>
                <a:spcPts val="0"/>
              </a:spcAft>
              <a:buSzPts val="680"/>
              <a:buChar char="►"/>
            </a:pPr>
            <a:r>
              <a:rPr lang="en-US" sz="1000">
                <a:latin typeface="Times New Roman"/>
                <a:ea typeface="Times New Roman"/>
                <a:cs typeface="Times New Roman"/>
                <a:sym typeface="Times New Roman"/>
              </a:rPr>
              <a:t>Nawaz, A., Bakhtyar, M., Baber, J., Ullah, I., Noor, W., &amp; Basit, A. (2020, September 25). </a:t>
            </a:r>
            <a:r>
              <a:rPr i="1" lang="en-US" sz="1000">
                <a:latin typeface="Times New Roman"/>
                <a:ea typeface="Times New Roman"/>
                <a:cs typeface="Times New Roman"/>
                <a:sym typeface="Times New Roman"/>
              </a:rPr>
              <a:t>Extractive text summarization models for Urdu language</a:t>
            </a:r>
            <a:r>
              <a:rPr lang="en-US" sz="1000">
                <a:latin typeface="Times New Roman"/>
                <a:ea typeface="Times New Roman"/>
                <a:cs typeface="Times New Roman"/>
                <a:sym typeface="Times New Roman"/>
              </a:rPr>
              <a:t>. Information Processing &amp; Management. Retrieved December 6, 2021, from https://www.sciencedirect.com/science/article/abs/pii/S0306457320308785. </a:t>
            </a:r>
            <a:endParaRPr sz="1200"/>
          </a:p>
          <a:p>
            <a:pPr indent="-276860" lvl="0" marL="342900" rtl="0" algn="l">
              <a:lnSpc>
                <a:spcPct val="90000"/>
              </a:lnSpc>
              <a:spcBef>
                <a:spcPts val="1000"/>
              </a:spcBef>
              <a:spcAft>
                <a:spcPts val="0"/>
              </a:spcAft>
              <a:buSzPts val="1040"/>
              <a:buNone/>
            </a:pPr>
            <a:r>
              <a:t/>
            </a:r>
            <a:endParaRPr sz="7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60" name="Shape 460"/>
        <p:cNvGrpSpPr/>
        <p:nvPr/>
      </p:nvGrpSpPr>
      <p:grpSpPr>
        <a:xfrm>
          <a:off x="0" y="0"/>
          <a:ext cx="0" cy="0"/>
          <a:chOff x="0" y="0"/>
          <a:chExt cx="0" cy="0"/>
        </a:xfrm>
      </p:grpSpPr>
      <p:grpSp>
        <p:nvGrpSpPr>
          <p:cNvPr id="461" name="Google Shape;461;p17"/>
          <p:cNvGrpSpPr/>
          <p:nvPr/>
        </p:nvGrpSpPr>
        <p:grpSpPr>
          <a:xfrm>
            <a:off x="0" y="0"/>
            <a:ext cx="12192000" cy="6858000"/>
            <a:chOff x="0" y="0"/>
            <a:chExt cx="12192000" cy="6858000"/>
          </a:xfrm>
        </p:grpSpPr>
        <p:sp>
          <p:nvSpPr>
            <p:cNvPr id="462" name="Google Shape;462;p17"/>
            <p:cNvSpPr/>
            <p:nvPr/>
          </p:nvSpPr>
          <p:spPr>
            <a:xfrm>
              <a:off x="0" y="0"/>
              <a:ext cx="12192000" cy="6858000"/>
            </a:xfrm>
            <a:prstGeom prst="rect">
              <a:avLst/>
            </a:prstGeom>
            <a:blipFill rotWithShape="1">
              <a:blip r:embed="rId3">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7"/>
            <p:cNvSpPr/>
            <p:nvPr/>
          </p:nvSpPr>
          <p:spPr>
            <a:xfrm>
              <a:off x="0" y="1587"/>
              <a:ext cx="12192000" cy="6856413"/>
            </a:xfrm>
            <a:custGeom>
              <a:rect b="b" l="l" r="r" t="t"/>
              <a:pathLst>
                <a:path extrusionOk="0" h="8638" w="15356">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lt1"/>
            </a:solidFill>
            <a:ln>
              <a:noFill/>
            </a:ln>
          </p:spPr>
        </p:sp>
      </p:grpSp>
      <p:sp>
        <p:nvSpPr>
          <p:cNvPr id="464" name="Google Shape;464;p17"/>
          <p:cNvSpPr/>
          <p:nvPr/>
        </p:nvSpPr>
        <p:spPr>
          <a:xfrm>
            <a:off x="10437812" y="0"/>
            <a:ext cx="685800" cy="1143000"/>
          </a:xfrm>
          <a:prstGeom prst="rect">
            <a:avLst/>
          </a:prstGeom>
          <a:solidFill>
            <a:schemeClr val="accent1"/>
          </a:solidFill>
          <a:ln>
            <a:noFill/>
          </a:ln>
          <a:effectLst>
            <a:outerShdw blurRad="38100" rotWithShape="0" dir="5400000" dist="25400">
              <a:srgbClr val="000000">
                <a:alpha val="44705"/>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7"/>
          <p:cNvSpPr txBox="1"/>
          <p:nvPr>
            <p:ph type="title"/>
          </p:nvPr>
        </p:nvSpPr>
        <p:spPr>
          <a:xfrm>
            <a:off x="8382055" y="1241266"/>
            <a:ext cx="3161016" cy="3153753"/>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rgbClr val="EBEBEB"/>
              </a:buClr>
              <a:buSzPts val="4600"/>
              <a:buFont typeface="Century Gothic"/>
              <a:buNone/>
            </a:pPr>
            <a:r>
              <a:rPr b="0" i="0" lang="en-US" sz="4600">
                <a:solidFill>
                  <a:srgbClr val="EBEBEB"/>
                </a:solidFill>
                <a:latin typeface="Century Gothic"/>
                <a:ea typeface="Century Gothic"/>
                <a:cs typeface="Century Gothic"/>
                <a:sym typeface="Century Gothic"/>
              </a:rPr>
              <a:t>    Any</a:t>
            </a:r>
            <a:br>
              <a:rPr b="0" i="0" lang="en-US" sz="4600">
                <a:solidFill>
                  <a:srgbClr val="EBEBEB"/>
                </a:solidFill>
                <a:latin typeface="Century Gothic"/>
                <a:ea typeface="Century Gothic"/>
                <a:cs typeface="Century Gothic"/>
                <a:sym typeface="Century Gothic"/>
              </a:rPr>
            </a:br>
            <a:r>
              <a:rPr b="0" i="0" lang="en-US" sz="4600">
                <a:solidFill>
                  <a:srgbClr val="EBEBEB"/>
                </a:solidFill>
                <a:latin typeface="Century Gothic"/>
                <a:ea typeface="Century Gothic"/>
                <a:cs typeface="Century Gothic"/>
                <a:sym typeface="Century Gothic"/>
              </a:rPr>
              <a:t>Questions</a:t>
            </a:r>
            <a:endParaRPr/>
          </a:p>
        </p:txBody>
      </p:sp>
      <p:grpSp>
        <p:nvGrpSpPr>
          <p:cNvPr id="466" name="Google Shape;466;p17"/>
          <p:cNvGrpSpPr/>
          <p:nvPr/>
        </p:nvGrpSpPr>
        <p:grpSpPr>
          <a:xfrm>
            <a:off x="423332" y="384432"/>
            <a:ext cx="8038974" cy="6071404"/>
            <a:chOff x="423332" y="384432"/>
            <a:chExt cx="8038974" cy="6071404"/>
          </a:xfrm>
        </p:grpSpPr>
        <p:sp>
          <p:nvSpPr>
            <p:cNvPr id="467" name="Google Shape;467;p17"/>
            <p:cNvSpPr/>
            <p:nvPr/>
          </p:nvSpPr>
          <p:spPr>
            <a:xfrm flipH="1">
              <a:off x="423332" y="402165"/>
              <a:ext cx="6785133" cy="605367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7"/>
            <p:cNvSpPr/>
            <p:nvPr/>
          </p:nvSpPr>
          <p:spPr>
            <a:xfrm flipH="1" rot="5400000">
              <a:off x="4616676" y="2801722"/>
              <a:ext cx="6053670" cy="1254558"/>
            </a:xfrm>
            <a:custGeom>
              <a:rect b="b" l="l" r="r" t="t"/>
              <a:pathLst>
                <a:path extrusionOk="0" h="8000" w="10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lt1"/>
            </a:solidFill>
            <a:ln>
              <a:noFill/>
            </a:ln>
          </p:spPr>
        </p:sp>
        <p:sp>
          <p:nvSpPr>
            <p:cNvPr id="469" name="Google Shape;469;p17"/>
            <p:cNvSpPr/>
            <p:nvPr/>
          </p:nvSpPr>
          <p:spPr>
            <a:xfrm flipH="1" rot="5677511">
              <a:off x="6459831" y="1826079"/>
              <a:ext cx="3299407" cy="440924"/>
            </a:xfrm>
            <a:custGeom>
              <a:rect b="b" l="l" r="r" t="t"/>
              <a:pathLst>
                <a:path extrusionOk="0" h="5291" w="10000">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lt1">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Help" id="470" name="Google Shape;470;p17"/>
          <p:cNvPicPr preferRelativeResize="0"/>
          <p:nvPr/>
        </p:nvPicPr>
        <p:blipFill rotWithShape="1">
          <a:blip r:embed="rId4">
            <a:alphaModFix/>
          </a:blip>
          <a:srcRect b="0" l="0" r="0" t="0"/>
          <a:stretch/>
        </p:blipFill>
        <p:spPr>
          <a:xfrm>
            <a:off x="2016974" y="1114621"/>
            <a:ext cx="4628758" cy="462875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Ion Boardroom">
  <a:themeElements>
    <a:clrScheme name="Ion Boardroom">
      <a:dk1>
        <a:srgbClr val="000000"/>
      </a:dk1>
      <a:lt1>
        <a:srgbClr val="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2021-12-06T19:01:33Z</dcterms:created>
  <dc:creator>salman anwar</dc:creator>
</cp:coreProperties>
</file>