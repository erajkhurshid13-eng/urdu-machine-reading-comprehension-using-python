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9" r:id="rId1"/>
  </p:sldMasterIdLst>
  <p:sldIdLst>
    <p:sldId id="256" r:id="rId2"/>
    <p:sldId id="257" r:id="rId3"/>
    <p:sldId id="258" r:id="rId4"/>
    <p:sldId id="259" r:id="rId5"/>
    <p:sldId id="264" r:id="rId6"/>
    <p:sldId id="266" r:id="rId7"/>
    <p:sldId id="265" r:id="rId8"/>
    <p:sldId id="267" r:id="rId9"/>
    <p:sldId id="268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16" y="-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6" Type="http://schemas.openxmlformats.org/officeDocument/2006/relationships/image" Target="../media/image16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6" Type="http://schemas.openxmlformats.org/officeDocument/2006/relationships/image" Target="../media/image16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216505-3948-47B0-90D3-630FA836C17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9AFB8FD-A3F9-4641-9D2F-9E625554AD68}">
      <dgm:prSet/>
      <dgm:spPr/>
      <dgm:t>
        <a:bodyPr/>
        <a:lstStyle/>
        <a:p>
          <a:pPr>
            <a:defRPr cap="all"/>
          </a:pPr>
          <a:r>
            <a:rPr lang="en-US"/>
            <a:t>PROBLEM STATEMENT</a:t>
          </a:r>
        </a:p>
      </dgm:t>
    </dgm:pt>
    <dgm:pt modelId="{79C41B41-F76B-4671-839A-73EC67FFF1BB}" type="parTrans" cxnId="{431B2AD1-FD66-4AC2-A544-D1DBC4269D4C}">
      <dgm:prSet/>
      <dgm:spPr/>
      <dgm:t>
        <a:bodyPr/>
        <a:lstStyle/>
        <a:p>
          <a:endParaRPr lang="en-US"/>
        </a:p>
      </dgm:t>
    </dgm:pt>
    <dgm:pt modelId="{8E58D237-6463-4381-B638-0F19A592BD03}" type="sibTrans" cxnId="{431B2AD1-FD66-4AC2-A544-D1DBC4269D4C}">
      <dgm:prSet/>
      <dgm:spPr/>
      <dgm:t>
        <a:bodyPr/>
        <a:lstStyle/>
        <a:p>
          <a:endParaRPr lang="en-US"/>
        </a:p>
      </dgm:t>
    </dgm:pt>
    <dgm:pt modelId="{5C779AA5-01F0-42E0-A052-15C92CDB413F}">
      <dgm:prSet/>
      <dgm:spPr/>
      <dgm:t>
        <a:bodyPr/>
        <a:lstStyle/>
        <a:p>
          <a:pPr>
            <a:defRPr cap="all"/>
          </a:pPr>
          <a:r>
            <a:rPr lang="en-US"/>
            <a:t>LITERATURE REVIEW</a:t>
          </a:r>
        </a:p>
      </dgm:t>
    </dgm:pt>
    <dgm:pt modelId="{11C4CDAC-256E-46A9-A457-874F22C76A90}" type="parTrans" cxnId="{C3B2D690-134A-47ED-9307-7E0F2DB6C659}">
      <dgm:prSet/>
      <dgm:spPr/>
      <dgm:t>
        <a:bodyPr/>
        <a:lstStyle/>
        <a:p>
          <a:endParaRPr lang="en-US"/>
        </a:p>
      </dgm:t>
    </dgm:pt>
    <dgm:pt modelId="{37A2D5C8-217B-4F01-A5E2-1E2A2E867CC3}" type="sibTrans" cxnId="{C3B2D690-134A-47ED-9307-7E0F2DB6C659}">
      <dgm:prSet/>
      <dgm:spPr/>
      <dgm:t>
        <a:bodyPr/>
        <a:lstStyle/>
        <a:p>
          <a:endParaRPr lang="en-US"/>
        </a:p>
      </dgm:t>
    </dgm:pt>
    <dgm:pt modelId="{181617CB-DAE4-4E6E-85A0-90B15F33A9A0}">
      <dgm:prSet/>
      <dgm:spPr/>
      <dgm:t>
        <a:bodyPr/>
        <a:lstStyle/>
        <a:p>
          <a:pPr>
            <a:defRPr cap="all"/>
          </a:pPr>
          <a:r>
            <a:rPr lang="en-US"/>
            <a:t>METHODOLOGY</a:t>
          </a:r>
        </a:p>
      </dgm:t>
    </dgm:pt>
    <dgm:pt modelId="{C4230BDD-8801-4E5A-97D8-40378283F734}" type="parTrans" cxnId="{C208E394-CD52-4BF9-8764-6D65E3AEB48A}">
      <dgm:prSet/>
      <dgm:spPr/>
      <dgm:t>
        <a:bodyPr/>
        <a:lstStyle/>
        <a:p>
          <a:endParaRPr lang="en-US"/>
        </a:p>
      </dgm:t>
    </dgm:pt>
    <dgm:pt modelId="{162A25ED-9736-42D5-91D1-4AB9BC9C7799}" type="sibTrans" cxnId="{C208E394-CD52-4BF9-8764-6D65E3AEB48A}">
      <dgm:prSet/>
      <dgm:spPr/>
      <dgm:t>
        <a:bodyPr/>
        <a:lstStyle/>
        <a:p>
          <a:endParaRPr lang="en-US"/>
        </a:p>
      </dgm:t>
    </dgm:pt>
    <dgm:pt modelId="{3142222C-FD22-46D5-8869-31D1FAEBCB3D}">
      <dgm:prSet/>
      <dgm:spPr/>
      <dgm:t>
        <a:bodyPr/>
        <a:lstStyle/>
        <a:p>
          <a:pPr>
            <a:defRPr cap="all"/>
          </a:pPr>
          <a:r>
            <a:rPr lang="en-US"/>
            <a:t>EVALUATION</a:t>
          </a:r>
        </a:p>
      </dgm:t>
    </dgm:pt>
    <dgm:pt modelId="{A25EBBC6-7C18-441D-BDFC-0582E86A6780}" type="parTrans" cxnId="{DD080556-1FB8-4BB4-AB22-305C0DA309FF}">
      <dgm:prSet/>
      <dgm:spPr/>
      <dgm:t>
        <a:bodyPr/>
        <a:lstStyle/>
        <a:p>
          <a:endParaRPr lang="en-US"/>
        </a:p>
      </dgm:t>
    </dgm:pt>
    <dgm:pt modelId="{063FC291-F07F-4146-B0BB-A7D59EBD6394}" type="sibTrans" cxnId="{DD080556-1FB8-4BB4-AB22-305C0DA309FF}">
      <dgm:prSet/>
      <dgm:spPr/>
      <dgm:t>
        <a:bodyPr/>
        <a:lstStyle/>
        <a:p>
          <a:endParaRPr lang="en-US"/>
        </a:p>
      </dgm:t>
    </dgm:pt>
    <dgm:pt modelId="{5F7F822A-06D6-48E4-9EB2-9C78EAC36AC0}">
      <dgm:prSet/>
      <dgm:spPr/>
      <dgm:t>
        <a:bodyPr/>
        <a:lstStyle/>
        <a:p>
          <a:pPr>
            <a:defRPr cap="all"/>
          </a:pPr>
          <a:r>
            <a:rPr lang="en-US"/>
            <a:t>PROJECT MILESTONE</a:t>
          </a:r>
        </a:p>
      </dgm:t>
    </dgm:pt>
    <dgm:pt modelId="{855518DF-81F1-46C0-8A9D-E34C739F90B1}" type="parTrans" cxnId="{3442D77E-C3E0-4F95-A69C-729C8D610CB0}">
      <dgm:prSet/>
      <dgm:spPr/>
      <dgm:t>
        <a:bodyPr/>
        <a:lstStyle/>
        <a:p>
          <a:endParaRPr lang="en-US"/>
        </a:p>
      </dgm:t>
    </dgm:pt>
    <dgm:pt modelId="{51291D9D-A4C0-4B3F-8ABE-BB62D54178B9}" type="sibTrans" cxnId="{3442D77E-C3E0-4F95-A69C-729C8D610CB0}">
      <dgm:prSet/>
      <dgm:spPr/>
      <dgm:t>
        <a:bodyPr/>
        <a:lstStyle/>
        <a:p>
          <a:endParaRPr lang="en-US"/>
        </a:p>
      </dgm:t>
    </dgm:pt>
    <dgm:pt modelId="{629A2A6C-B93D-409F-8752-01E2093B2E2A}">
      <dgm:prSet/>
      <dgm:spPr/>
      <dgm:t>
        <a:bodyPr/>
        <a:lstStyle/>
        <a:p>
          <a:pPr>
            <a:defRPr cap="all"/>
          </a:pPr>
          <a:r>
            <a:rPr lang="en-US"/>
            <a:t>PROJECT COST</a:t>
          </a:r>
        </a:p>
      </dgm:t>
    </dgm:pt>
    <dgm:pt modelId="{F400438A-A49B-4CEF-A982-7D29FA9ACE4A}" type="parTrans" cxnId="{5C578FED-8CF8-49E7-91B2-E440D4C138A6}">
      <dgm:prSet/>
      <dgm:spPr/>
      <dgm:t>
        <a:bodyPr/>
        <a:lstStyle/>
        <a:p>
          <a:endParaRPr lang="en-US"/>
        </a:p>
      </dgm:t>
    </dgm:pt>
    <dgm:pt modelId="{BB163EF9-C61A-4755-B0CA-59C2D94F64D6}" type="sibTrans" cxnId="{5C578FED-8CF8-49E7-91B2-E440D4C138A6}">
      <dgm:prSet/>
      <dgm:spPr/>
      <dgm:t>
        <a:bodyPr/>
        <a:lstStyle/>
        <a:p>
          <a:endParaRPr lang="en-US"/>
        </a:p>
      </dgm:t>
    </dgm:pt>
    <dgm:pt modelId="{54A8E910-5A00-4FD7-A81A-BE05FAD8D353}">
      <dgm:prSet/>
      <dgm:spPr/>
      <dgm:t>
        <a:bodyPr/>
        <a:lstStyle/>
        <a:p>
          <a:pPr>
            <a:defRPr cap="all"/>
          </a:pPr>
          <a:r>
            <a:rPr lang="en-US"/>
            <a:t>REFERENCES</a:t>
          </a:r>
        </a:p>
      </dgm:t>
    </dgm:pt>
    <dgm:pt modelId="{6E913021-FCE1-419A-9185-C8C5BE55EA9B}" type="parTrans" cxnId="{5D268DDF-F3CB-4318-9669-538101439D0A}">
      <dgm:prSet/>
      <dgm:spPr/>
      <dgm:t>
        <a:bodyPr/>
        <a:lstStyle/>
        <a:p>
          <a:endParaRPr lang="en-US"/>
        </a:p>
      </dgm:t>
    </dgm:pt>
    <dgm:pt modelId="{FEBECAE2-FAF6-4867-AED1-97DAEF8F5FD5}" type="sibTrans" cxnId="{5D268DDF-F3CB-4318-9669-538101439D0A}">
      <dgm:prSet/>
      <dgm:spPr/>
      <dgm:t>
        <a:bodyPr/>
        <a:lstStyle/>
        <a:p>
          <a:endParaRPr lang="en-US"/>
        </a:p>
      </dgm:t>
    </dgm:pt>
    <dgm:pt modelId="{9941A3E8-57E7-4AF9-845E-7EEF194EB953}">
      <dgm:prSet/>
      <dgm:spPr/>
      <dgm:t>
        <a:bodyPr/>
        <a:lstStyle/>
        <a:p>
          <a:pPr>
            <a:defRPr cap="all"/>
          </a:pPr>
          <a:r>
            <a:rPr lang="en-US"/>
            <a:t>QUESTIONS </a:t>
          </a:r>
        </a:p>
      </dgm:t>
    </dgm:pt>
    <dgm:pt modelId="{FEE38FBB-7489-42F8-A358-6560037244D1}" type="parTrans" cxnId="{C132C8EF-8D67-400A-B9FF-34DE99116F81}">
      <dgm:prSet/>
      <dgm:spPr/>
      <dgm:t>
        <a:bodyPr/>
        <a:lstStyle/>
        <a:p>
          <a:endParaRPr lang="en-US"/>
        </a:p>
      </dgm:t>
    </dgm:pt>
    <dgm:pt modelId="{A3E35A07-D654-4958-A3F9-7EE2500F6D73}" type="sibTrans" cxnId="{C132C8EF-8D67-400A-B9FF-34DE99116F81}">
      <dgm:prSet/>
      <dgm:spPr/>
      <dgm:t>
        <a:bodyPr/>
        <a:lstStyle/>
        <a:p>
          <a:endParaRPr lang="en-US"/>
        </a:p>
      </dgm:t>
    </dgm:pt>
    <dgm:pt modelId="{69D0C241-06F6-49C9-9F5C-A26F26C03BF8}" type="pres">
      <dgm:prSet presAssocID="{BB216505-3948-47B0-90D3-630FA836C179}" presName="root" presStyleCnt="0">
        <dgm:presLayoutVars>
          <dgm:dir/>
          <dgm:resizeHandles val="exact"/>
        </dgm:presLayoutVars>
      </dgm:prSet>
      <dgm:spPr/>
    </dgm:pt>
    <dgm:pt modelId="{F48032B2-C0F6-4098-B13E-3E79BC2590C0}" type="pres">
      <dgm:prSet presAssocID="{F9AFB8FD-A3F9-4641-9D2F-9E625554AD68}" presName="compNode" presStyleCnt="0"/>
      <dgm:spPr/>
    </dgm:pt>
    <dgm:pt modelId="{26BCB13F-3689-448B-B3A7-03BB0E190551}" type="pres">
      <dgm:prSet presAssocID="{F9AFB8FD-A3F9-4641-9D2F-9E625554AD68}" presName="iconBgRect" presStyleLbl="bgShp" presStyleIdx="0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16E4D173-A9A9-4628-805D-6C755878E72A}" type="pres">
      <dgm:prSet presAssocID="{F9AFB8FD-A3F9-4641-9D2F-9E625554AD68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315267A-1507-438B-845C-06FFE218A017}" type="pres">
      <dgm:prSet presAssocID="{F9AFB8FD-A3F9-4641-9D2F-9E625554AD68}" presName="spaceRect" presStyleCnt="0"/>
      <dgm:spPr/>
    </dgm:pt>
    <dgm:pt modelId="{EEFD0076-8304-46BD-803F-F184919C5494}" type="pres">
      <dgm:prSet presAssocID="{F9AFB8FD-A3F9-4641-9D2F-9E625554AD68}" presName="textRect" presStyleLbl="revTx" presStyleIdx="0" presStyleCnt="8">
        <dgm:presLayoutVars>
          <dgm:chMax val="1"/>
          <dgm:chPref val="1"/>
        </dgm:presLayoutVars>
      </dgm:prSet>
      <dgm:spPr/>
    </dgm:pt>
    <dgm:pt modelId="{DF9A26A6-AAA6-4369-9AB7-9872424B945C}" type="pres">
      <dgm:prSet presAssocID="{8E58D237-6463-4381-B638-0F19A592BD03}" presName="sibTrans" presStyleCnt="0"/>
      <dgm:spPr/>
    </dgm:pt>
    <dgm:pt modelId="{C31BF4C7-9456-458C-B409-BB826C676625}" type="pres">
      <dgm:prSet presAssocID="{5C779AA5-01F0-42E0-A052-15C92CDB413F}" presName="compNode" presStyleCnt="0"/>
      <dgm:spPr/>
    </dgm:pt>
    <dgm:pt modelId="{AF31F743-E25B-4F29-8F49-420F23C0A17C}" type="pres">
      <dgm:prSet presAssocID="{5C779AA5-01F0-42E0-A052-15C92CDB413F}" presName="iconBgRect" presStyleLbl="bgShp" presStyleIdx="1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EACB7135-A02D-46B8-98CA-2BDDAB7F7386}" type="pres">
      <dgm:prSet presAssocID="{5C779AA5-01F0-42E0-A052-15C92CDB413F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F39EF586-AA0F-45D9-B39A-10D058152178}" type="pres">
      <dgm:prSet presAssocID="{5C779AA5-01F0-42E0-A052-15C92CDB413F}" presName="spaceRect" presStyleCnt="0"/>
      <dgm:spPr/>
    </dgm:pt>
    <dgm:pt modelId="{A8EC31B6-F28B-487C-BAEF-1BB95A3AB044}" type="pres">
      <dgm:prSet presAssocID="{5C779AA5-01F0-42E0-A052-15C92CDB413F}" presName="textRect" presStyleLbl="revTx" presStyleIdx="1" presStyleCnt="8">
        <dgm:presLayoutVars>
          <dgm:chMax val="1"/>
          <dgm:chPref val="1"/>
        </dgm:presLayoutVars>
      </dgm:prSet>
      <dgm:spPr/>
    </dgm:pt>
    <dgm:pt modelId="{FBF1D3EA-1A16-4BA7-A2B2-F956B2580609}" type="pres">
      <dgm:prSet presAssocID="{37A2D5C8-217B-4F01-A5E2-1E2A2E867CC3}" presName="sibTrans" presStyleCnt="0"/>
      <dgm:spPr/>
    </dgm:pt>
    <dgm:pt modelId="{22C4FB45-11F6-48D0-A423-593505A17031}" type="pres">
      <dgm:prSet presAssocID="{181617CB-DAE4-4E6E-85A0-90B15F33A9A0}" presName="compNode" presStyleCnt="0"/>
      <dgm:spPr/>
    </dgm:pt>
    <dgm:pt modelId="{72E1D33C-83F3-4A65-BA53-07CC5D140E43}" type="pres">
      <dgm:prSet presAssocID="{181617CB-DAE4-4E6E-85A0-90B15F33A9A0}" presName="iconBgRect" presStyleLbl="bgShp" presStyleIdx="2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5B2192D7-DD79-4A55-927C-00CC35EF49EA}" type="pres">
      <dgm:prSet presAssocID="{181617CB-DAE4-4E6E-85A0-90B15F33A9A0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AFCC715-9172-43CF-88DB-3A386B89C030}" type="pres">
      <dgm:prSet presAssocID="{181617CB-DAE4-4E6E-85A0-90B15F33A9A0}" presName="spaceRect" presStyleCnt="0"/>
      <dgm:spPr/>
    </dgm:pt>
    <dgm:pt modelId="{9EEBC271-E37B-4341-B0E1-03BDA84446C0}" type="pres">
      <dgm:prSet presAssocID="{181617CB-DAE4-4E6E-85A0-90B15F33A9A0}" presName="textRect" presStyleLbl="revTx" presStyleIdx="2" presStyleCnt="8">
        <dgm:presLayoutVars>
          <dgm:chMax val="1"/>
          <dgm:chPref val="1"/>
        </dgm:presLayoutVars>
      </dgm:prSet>
      <dgm:spPr/>
    </dgm:pt>
    <dgm:pt modelId="{F4EC22E1-040A-4F2F-B3C7-770C0111EDCB}" type="pres">
      <dgm:prSet presAssocID="{162A25ED-9736-42D5-91D1-4AB9BC9C7799}" presName="sibTrans" presStyleCnt="0"/>
      <dgm:spPr/>
    </dgm:pt>
    <dgm:pt modelId="{714140CC-5995-4DEC-B4E7-EEC84F9F7CC4}" type="pres">
      <dgm:prSet presAssocID="{3142222C-FD22-46D5-8869-31D1FAEBCB3D}" presName="compNode" presStyleCnt="0"/>
      <dgm:spPr/>
    </dgm:pt>
    <dgm:pt modelId="{EBB2E4BC-F6E4-45AC-ACA0-BB228717F279}" type="pres">
      <dgm:prSet presAssocID="{3142222C-FD22-46D5-8869-31D1FAEBCB3D}" presName="iconBgRect" presStyleLbl="bgShp" presStyleIdx="3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5143EB9E-6D46-45EA-B9DA-0296BFB728E3}" type="pres">
      <dgm:prSet presAssocID="{3142222C-FD22-46D5-8869-31D1FAEBCB3D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E833FFF-3F18-4DC6-A73A-76ACAB8EBBFD}" type="pres">
      <dgm:prSet presAssocID="{3142222C-FD22-46D5-8869-31D1FAEBCB3D}" presName="spaceRect" presStyleCnt="0"/>
      <dgm:spPr/>
    </dgm:pt>
    <dgm:pt modelId="{083D94E6-7ED2-4174-9674-3193510D45ED}" type="pres">
      <dgm:prSet presAssocID="{3142222C-FD22-46D5-8869-31D1FAEBCB3D}" presName="textRect" presStyleLbl="revTx" presStyleIdx="3" presStyleCnt="8">
        <dgm:presLayoutVars>
          <dgm:chMax val="1"/>
          <dgm:chPref val="1"/>
        </dgm:presLayoutVars>
      </dgm:prSet>
      <dgm:spPr/>
    </dgm:pt>
    <dgm:pt modelId="{660CAE26-2229-49BB-A7BE-A4948ED8EBFD}" type="pres">
      <dgm:prSet presAssocID="{063FC291-F07F-4146-B0BB-A7D59EBD6394}" presName="sibTrans" presStyleCnt="0"/>
      <dgm:spPr/>
    </dgm:pt>
    <dgm:pt modelId="{EF60DCAD-D4A4-4DC6-B13D-98959C70DE3B}" type="pres">
      <dgm:prSet presAssocID="{5F7F822A-06D6-48E4-9EB2-9C78EAC36AC0}" presName="compNode" presStyleCnt="0"/>
      <dgm:spPr/>
    </dgm:pt>
    <dgm:pt modelId="{EE30C2BA-DD07-4856-B444-4DB8155EC0F5}" type="pres">
      <dgm:prSet presAssocID="{5F7F822A-06D6-48E4-9EB2-9C78EAC36AC0}" presName="iconBgRect" presStyleLbl="bgShp" presStyleIdx="4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A6069F43-08C9-45FE-9662-0D8AA4A8CB34}" type="pres">
      <dgm:prSet presAssocID="{5F7F822A-06D6-48E4-9EB2-9C78EAC36AC0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12854A13-790F-47FE-95CC-79D6B76319EA}" type="pres">
      <dgm:prSet presAssocID="{5F7F822A-06D6-48E4-9EB2-9C78EAC36AC0}" presName="spaceRect" presStyleCnt="0"/>
      <dgm:spPr/>
    </dgm:pt>
    <dgm:pt modelId="{AB2AE028-AEA8-488F-A96A-103735D1C71D}" type="pres">
      <dgm:prSet presAssocID="{5F7F822A-06D6-48E4-9EB2-9C78EAC36AC0}" presName="textRect" presStyleLbl="revTx" presStyleIdx="4" presStyleCnt="8">
        <dgm:presLayoutVars>
          <dgm:chMax val="1"/>
          <dgm:chPref val="1"/>
        </dgm:presLayoutVars>
      </dgm:prSet>
      <dgm:spPr/>
    </dgm:pt>
    <dgm:pt modelId="{4F5EF94D-B693-44B7-8D44-159EE7ECCE04}" type="pres">
      <dgm:prSet presAssocID="{51291D9D-A4C0-4B3F-8ABE-BB62D54178B9}" presName="sibTrans" presStyleCnt="0"/>
      <dgm:spPr/>
    </dgm:pt>
    <dgm:pt modelId="{E87AF660-E508-450A-AC3E-8E8F0C879DB0}" type="pres">
      <dgm:prSet presAssocID="{629A2A6C-B93D-409F-8752-01E2093B2E2A}" presName="compNode" presStyleCnt="0"/>
      <dgm:spPr/>
    </dgm:pt>
    <dgm:pt modelId="{27ABEC49-3C5F-4483-A103-2318AA5B9C68}" type="pres">
      <dgm:prSet presAssocID="{629A2A6C-B93D-409F-8752-01E2093B2E2A}" presName="iconBgRect" presStyleLbl="bgShp" presStyleIdx="5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2D23A276-EE3B-4386-8668-1E50D2EC4D2A}" type="pres">
      <dgm:prSet presAssocID="{629A2A6C-B93D-409F-8752-01E2093B2E2A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7143161F-4602-4D58-A5B6-25C5490E4671}" type="pres">
      <dgm:prSet presAssocID="{629A2A6C-B93D-409F-8752-01E2093B2E2A}" presName="spaceRect" presStyleCnt="0"/>
      <dgm:spPr/>
    </dgm:pt>
    <dgm:pt modelId="{FB5A8994-9B0C-4197-B1CC-39804FF4A7FD}" type="pres">
      <dgm:prSet presAssocID="{629A2A6C-B93D-409F-8752-01E2093B2E2A}" presName="textRect" presStyleLbl="revTx" presStyleIdx="5" presStyleCnt="8">
        <dgm:presLayoutVars>
          <dgm:chMax val="1"/>
          <dgm:chPref val="1"/>
        </dgm:presLayoutVars>
      </dgm:prSet>
      <dgm:spPr/>
    </dgm:pt>
    <dgm:pt modelId="{C8454A90-D032-4E18-BC98-8FB3A2D960A7}" type="pres">
      <dgm:prSet presAssocID="{BB163EF9-C61A-4755-B0CA-59C2D94F64D6}" presName="sibTrans" presStyleCnt="0"/>
      <dgm:spPr/>
    </dgm:pt>
    <dgm:pt modelId="{68AED78C-6827-45BD-9B56-BD1A6E53B703}" type="pres">
      <dgm:prSet presAssocID="{54A8E910-5A00-4FD7-A81A-BE05FAD8D353}" presName="compNode" presStyleCnt="0"/>
      <dgm:spPr/>
    </dgm:pt>
    <dgm:pt modelId="{9A2238FA-CCCC-4DB9-8FD1-02CFE105B3BA}" type="pres">
      <dgm:prSet presAssocID="{54A8E910-5A00-4FD7-A81A-BE05FAD8D353}" presName="iconBgRect" presStyleLbl="bgShp" presStyleIdx="6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70C7F2B2-2310-4C23-8507-167B2107F163}" type="pres">
      <dgm:prSet presAssocID="{54A8E910-5A00-4FD7-A81A-BE05FAD8D353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7DAED144-00DC-4C4C-A7E6-F484146FA2D5}" type="pres">
      <dgm:prSet presAssocID="{54A8E910-5A00-4FD7-A81A-BE05FAD8D353}" presName="spaceRect" presStyleCnt="0"/>
      <dgm:spPr/>
    </dgm:pt>
    <dgm:pt modelId="{E8B6B900-62F4-43A7-936B-880070C9700A}" type="pres">
      <dgm:prSet presAssocID="{54A8E910-5A00-4FD7-A81A-BE05FAD8D353}" presName="textRect" presStyleLbl="revTx" presStyleIdx="6" presStyleCnt="8">
        <dgm:presLayoutVars>
          <dgm:chMax val="1"/>
          <dgm:chPref val="1"/>
        </dgm:presLayoutVars>
      </dgm:prSet>
      <dgm:spPr/>
    </dgm:pt>
    <dgm:pt modelId="{FEADB384-57FF-4D55-8755-86FD4BA58CDA}" type="pres">
      <dgm:prSet presAssocID="{FEBECAE2-FAF6-4867-AED1-97DAEF8F5FD5}" presName="sibTrans" presStyleCnt="0"/>
      <dgm:spPr/>
    </dgm:pt>
    <dgm:pt modelId="{B95C2C1C-3379-4E11-AB7E-708B17D6BF10}" type="pres">
      <dgm:prSet presAssocID="{9941A3E8-57E7-4AF9-845E-7EEF194EB953}" presName="compNode" presStyleCnt="0"/>
      <dgm:spPr/>
    </dgm:pt>
    <dgm:pt modelId="{AD9A8E37-2AD8-48A4-86A0-D8FF036788A9}" type="pres">
      <dgm:prSet presAssocID="{9941A3E8-57E7-4AF9-845E-7EEF194EB953}" presName="iconBgRect" presStyleLbl="bgShp" presStyleIdx="7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E9AAF454-E380-40C4-977E-7C58D738D2A1}" type="pres">
      <dgm:prSet presAssocID="{9941A3E8-57E7-4AF9-845E-7EEF194EB953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B5FFA334-8ED6-4547-BD51-98E833492FB1}" type="pres">
      <dgm:prSet presAssocID="{9941A3E8-57E7-4AF9-845E-7EEF194EB953}" presName="spaceRect" presStyleCnt="0"/>
      <dgm:spPr/>
    </dgm:pt>
    <dgm:pt modelId="{9C8054EC-3CAA-4127-8E1E-92E264A60773}" type="pres">
      <dgm:prSet presAssocID="{9941A3E8-57E7-4AF9-845E-7EEF194EB953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80DEEE2D-6588-4644-B31D-781CC8647EB6}" type="presOf" srcId="{54A8E910-5A00-4FD7-A81A-BE05FAD8D353}" destId="{E8B6B900-62F4-43A7-936B-880070C9700A}" srcOrd="0" destOrd="0" presId="urn:microsoft.com/office/officeart/2018/5/layout/IconLeafLabelList"/>
    <dgm:cxn modelId="{0CCF143F-6FCC-447F-B0E3-653387E5C5B4}" type="presOf" srcId="{3142222C-FD22-46D5-8869-31D1FAEBCB3D}" destId="{083D94E6-7ED2-4174-9674-3193510D45ED}" srcOrd="0" destOrd="0" presId="urn:microsoft.com/office/officeart/2018/5/layout/IconLeafLabelList"/>
    <dgm:cxn modelId="{6C38EF6F-1353-4152-A031-060460125252}" type="presOf" srcId="{629A2A6C-B93D-409F-8752-01E2093B2E2A}" destId="{FB5A8994-9B0C-4197-B1CC-39804FF4A7FD}" srcOrd="0" destOrd="0" presId="urn:microsoft.com/office/officeart/2018/5/layout/IconLeafLabelList"/>
    <dgm:cxn modelId="{B1D26970-8558-4D69-A448-9B8B08CC7B75}" type="presOf" srcId="{BB216505-3948-47B0-90D3-630FA836C179}" destId="{69D0C241-06F6-49C9-9F5C-A26F26C03BF8}" srcOrd="0" destOrd="0" presId="urn:microsoft.com/office/officeart/2018/5/layout/IconLeafLabelList"/>
    <dgm:cxn modelId="{8FB05A50-4AA5-404B-9391-456D30FB363E}" type="presOf" srcId="{9941A3E8-57E7-4AF9-845E-7EEF194EB953}" destId="{9C8054EC-3CAA-4127-8E1E-92E264A60773}" srcOrd="0" destOrd="0" presId="urn:microsoft.com/office/officeart/2018/5/layout/IconLeafLabelList"/>
    <dgm:cxn modelId="{DD080556-1FB8-4BB4-AB22-305C0DA309FF}" srcId="{BB216505-3948-47B0-90D3-630FA836C179}" destId="{3142222C-FD22-46D5-8869-31D1FAEBCB3D}" srcOrd="3" destOrd="0" parTransId="{A25EBBC6-7C18-441D-BDFC-0582E86A6780}" sibTransId="{063FC291-F07F-4146-B0BB-A7D59EBD6394}"/>
    <dgm:cxn modelId="{1AE36156-1DEC-465E-B697-1486C231558B}" type="presOf" srcId="{181617CB-DAE4-4E6E-85A0-90B15F33A9A0}" destId="{9EEBC271-E37B-4341-B0E1-03BDA84446C0}" srcOrd="0" destOrd="0" presId="urn:microsoft.com/office/officeart/2018/5/layout/IconLeafLabelList"/>
    <dgm:cxn modelId="{3442D77E-C3E0-4F95-A69C-729C8D610CB0}" srcId="{BB216505-3948-47B0-90D3-630FA836C179}" destId="{5F7F822A-06D6-48E4-9EB2-9C78EAC36AC0}" srcOrd="4" destOrd="0" parTransId="{855518DF-81F1-46C0-8A9D-E34C739F90B1}" sibTransId="{51291D9D-A4C0-4B3F-8ABE-BB62D54178B9}"/>
    <dgm:cxn modelId="{8156B388-F971-4186-BC53-E884163FF0B5}" type="presOf" srcId="{5C779AA5-01F0-42E0-A052-15C92CDB413F}" destId="{A8EC31B6-F28B-487C-BAEF-1BB95A3AB044}" srcOrd="0" destOrd="0" presId="urn:microsoft.com/office/officeart/2018/5/layout/IconLeafLabelList"/>
    <dgm:cxn modelId="{C3B2D690-134A-47ED-9307-7E0F2DB6C659}" srcId="{BB216505-3948-47B0-90D3-630FA836C179}" destId="{5C779AA5-01F0-42E0-A052-15C92CDB413F}" srcOrd="1" destOrd="0" parTransId="{11C4CDAC-256E-46A9-A457-874F22C76A90}" sibTransId="{37A2D5C8-217B-4F01-A5E2-1E2A2E867CC3}"/>
    <dgm:cxn modelId="{C208E394-CD52-4BF9-8764-6D65E3AEB48A}" srcId="{BB216505-3948-47B0-90D3-630FA836C179}" destId="{181617CB-DAE4-4E6E-85A0-90B15F33A9A0}" srcOrd="2" destOrd="0" parTransId="{C4230BDD-8801-4E5A-97D8-40378283F734}" sibTransId="{162A25ED-9736-42D5-91D1-4AB9BC9C7799}"/>
    <dgm:cxn modelId="{A63F3BCB-438D-4B84-AF8C-EDC55DA4BC54}" type="presOf" srcId="{F9AFB8FD-A3F9-4641-9D2F-9E625554AD68}" destId="{EEFD0076-8304-46BD-803F-F184919C5494}" srcOrd="0" destOrd="0" presId="urn:microsoft.com/office/officeart/2018/5/layout/IconLeafLabelList"/>
    <dgm:cxn modelId="{431B2AD1-FD66-4AC2-A544-D1DBC4269D4C}" srcId="{BB216505-3948-47B0-90D3-630FA836C179}" destId="{F9AFB8FD-A3F9-4641-9D2F-9E625554AD68}" srcOrd="0" destOrd="0" parTransId="{79C41B41-F76B-4671-839A-73EC67FFF1BB}" sibTransId="{8E58D237-6463-4381-B638-0F19A592BD03}"/>
    <dgm:cxn modelId="{97D11ED9-F158-4D33-B3B1-154B876B795B}" type="presOf" srcId="{5F7F822A-06D6-48E4-9EB2-9C78EAC36AC0}" destId="{AB2AE028-AEA8-488F-A96A-103735D1C71D}" srcOrd="0" destOrd="0" presId="urn:microsoft.com/office/officeart/2018/5/layout/IconLeafLabelList"/>
    <dgm:cxn modelId="{5D268DDF-F3CB-4318-9669-538101439D0A}" srcId="{BB216505-3948-47B0-90D3-630FA836C179}" destId="{54A8E910-5A00-4FD7-A81A-BE05FAD8D353}" srcOrd="6" destOrd="0" parTransId="{6E913021-FCE1-419A-9185-C8C5BE55EA9B}" sibTransId="{FEBECAE2-FAF6-4867-AED1-97DAEF8F5FD5}"/>
    <dgm:cxn modelId="{5C578FED-8CF8-49E7-91B2-E440D4C138A6}" srcId="{BB216505-3948-47B0-90D3-630FA836C179}" destId="{629A2A6C-B93D-409F-8752-01E2093B2E2A}" srcOrd="5" destOrd="0" parTransId="{F400438A-A49B-4CEF-A982-7D29FA9ACE4A}" sibTransId="{BB163EF9-C61A-4755-B0CA-59C2D94F64D6}"/>
    <dgm:cxn modelId="{C132C8EF-8D67-400A-B9FF-34DE99116F81}" srcId="{BB216505-3948-47B0-90D3-630FA836C179}" destId="{9941A3E8-57E7-4AF9-845E-7EEF194EB953}" srcOrd="7" destOrd="0" parTransId="{FEE38FBB-7489-42F8-A358-6560037244D1}" sibTransId="{A3E35A07-D654-4958-A3F9-7EE2500F6D73}"/>
    <dgm:cxn modelId="{A6D4A4E8-63BB-4C90-9CAF-872508B83ECC}" type="presParOf" srcId="{69D0C241-06F6-49C9-9F5C-A26F26C03BF8}" destId="{F48032B2-C0F6-4098-B13E-3E79BC2590C0}" srcOrd="0" destOrd="0" presId="urn:microsoft.com/office/officeart/2018/5/layout/IconLeafLabelList"/>
    <dgm:cxn modelId="{5827EC7C-DB96-4217-BB46-83BC2C052272}" type="presParOf" srcId="{F48032B2-C0F6-4098-B13E-3E79BC2590C0}" destId="{26BCB13F-3689-448B-B3A7-03BB0E190551}" srcOrd="0" destOrd="0" presId="urn:microsoft.com/office/officeart/2018/5/layout/IconLeafLabelList"/>
    <dgm:cxn modelId="{2728CD3D-7548-4608-AD30-780FA807D91A}" type="presParOf" srcId="{F48032B2-C0F6-4098-B13E-3E79BC2590C0}" destId="{16E4D173-A9A9-4628-805D-6C755878E72A}" srcOrd="1" destOrd="0" presId="urn:microsoft.com/office/officeart/2018/5/layout/IconLeafLabelList"/>
    <dgm:cxn modelId="{688C111E-B4F2-4D21-8063-63A679AD2A0E}" type="presParOf" srcId="{F48032B2-C0F6-4098-B13E-3E79BC2590C0}" destId="{4315267A-1507-438B-845C-06FFE218A017}" srcOrd="2" destOrd="0" presId="urn:microsoft.com/office/officeart/2018/5/layout/IconLeafLabelList"/>
    <dgm:cxn modelId="{3426BA87-C7BD-4611-849E-FDD159EDDDB1}" type="presParOf" srcId="{F48032B2-C0F6-4098-B13E-3E79BC2590C0}" destId="{EEFD0076-8304-46BD-803F-F184919C5494}" srcOrd="3" destOrd="0" presId="urn:microsoft.com/office/officeart/2018/5/layout/IconLeafLabelList"/>
    <dgm:cxn modelId="{CFE4C2E0-4AEE-4B70-A89B-A670C9EC1EDA}" type="presParOf" srcId="{69D0C241-06F6-49C9-9F5C-A26F26C03BF8}" destId="{DF9A26A6-AAA6-4369-9AB7-9872424B945C}" srcOrd="1" destOrd="0" presId="urn:microsoft.com/office/officeart/2018/5/layout/IconLeafLabelList"/>
    <dgm:cxn modelId="{42134703-E4A3-4FF2-88EF-05B272391B98}" type="presParOf" srcId="{69D0C241-06F6-49C9-9F5C-A26F26C03BF8}" destId="{C31BF4C7-9456-458C-B409-BB826C676625}" srcOrd="2" destOrd="0" presId="urn:microsoft.com/office/officeart/2018/5/layout/IconLeafLabelList"/>
    <dgm:cxn modelId="{F1D16553-69C7-4EFD-BE2C-C97ADFDD9E10}" type="presParOf" srcId="{C31BF4C7-9456-458C-B409-BB826C676625}" destId="{AF31F743-E25B-4F29-8F49-420F23C0A17C}" srcOrd="0" destOrd="0" presId="urn:microsoft.com/office/officeart/2018/5/layout/IconLeafLabelList"/>
    <dgm:cxn modelId="{EA1A2993-FDB8-4458-9109-922E0FB91FB4}" type="presParOf" srcId="{C31BF4C7-9456-458C-B409-BB826C676625}" destId="{EACB7135-A02D-46B8-98CA-2BDDAB7F7386}" srcOrd="1" destOrd="0" presId="urn:microsoft.com/office/officeart/2018/5/layout/IconLeafLabelList"/>
    <dgm:cxn modelId="{09A383FE-F97E-47E6-9007-98CBC641E9FE}" type="presParOf" srcId="{C31BF4C7-9456-458C-B409-BB826C676625}" destId="{F39EF586-AA0F-45D9-B39A-10D058152178}" srcOrd="2" destOrd="0" presId="urn:microsoft.com/office/officeart/2018/5/layout/IconLeafLabelList"/>
    <dgm:cxn modelId="{2A6A2961-D1C1-4975-A002-AFDA49464ECB}" type="presParOf" srcId="{C31BF4C7-9456-458C-B409-BB826C676625}" destId="{A8EC31B6-F28B-487C-BAEF-1BB95A3AB044}" srcOrd="3" destOrd="0" presId="urn:microsoft.com/office/officeart/2018/5/layout/IconLeafLabelList"/>
    <dgm:cxn modelId="{19D0B47B-47B5-4E17-AA48-2936765794B7}" type="presParOf" srcId="{69D0C241-06F6-49C9-9F5C-A26F26C03BF8}" destId="{FBF1D3EA-1A16-4BA7-A2B2-F956B2580609}" srcOrd="3" destOrd="0" presId="urn:microsoft.com/office/officeart/2018/5/layout/IconLeafLabelList"/>
    <dgm:cxn modelId="{860767CF-89F3-41D5-A386-C3EADB31297B}" type="presParOf" srcId="{69D0C241-06F6-49C9-9F5C-A26F26C03BF8}" destId="{22C4FB45-11F6-48D0-A423-593505A17031}" srcOrd="4" destOrd="0" presId="urn:microsoft.com/office/officeart/2018/5/layout/IconLeafLabelList"/>
    <dgm:cxn modelId="{98350642-9A2E-42A5-977E-F4C921F4C44E}" type="presParOf" srcId="{22C4FB45-11F6-48D0-A423-593505A17031}" destId="{72E1D33C-83F3-4A65-BA53-07CC5D140E43}" srcOrd="0" destOrd="0" presId="urn:microsoft.com/office/officeart/2018/5/layout/IconLeafLabelList"/>
    <dgm:cxn modelId="{A65EF3A2-BE4C-42FA-A13D-8617ECA60C2B}" type="presParOf" srcId="{22C4FB45-11F6-48D0-A423-593505A17031}" destId="{5B2192D7-DD79-4A55-927C-00CC35EF49EA}" srcOrd="1" destOrd="0" presId="urn:microsoft.com/office/officeart/2018/5/layout/IconLeafLabelList"/>
    <dgm:cxn modelId="{72149116-B10B-4442-AB9D-29734911D035}" type="presParOf" srcId="{22C4FB45-11F6-48D0-A423-593505A17031}" destId="{6AFCC715-9172-43CF-88DB-3A386B89C030}" srcOrd="2" destOrd="0" presId="urn:microsoft.com/office/officeart/2018/5/layout/IconLeafLabelList"/>
    <dgm:cxn modelId="{55C638A6-A806-48E2-ACE9-83FD24E62318}" type="presParOf" srcId="{22C4FB45-11F6-48D0-A423-593505A17031}" destId="{9EEBC271-E37B-4341-B0E1-03BDA84446C0}" srcOrd="3" destOrd="0" presId="urn:microsoft.com/office/officeart/2018/5/layout/IconLeafLabelList"/>
    <dgm:cxn modelId="{56DFF2C4-62E3-4CD0-B4B5-985E3DFC4229}" type="presParOf" srcId="{69D0C241-06F6-49C9-9F5C-A26F26C03BF8}" destId="{F4EC22E1-040A-4F2F-B3C7-770C0111EDCB}" srcOrd="5" destOrd="0" presId="urn:microsoft.com/office/officeart/2018/5/layout/IconLeafLabelList"/>
    <dgm:cxn modelId="{05443306-43DC-4D7C-B18D-AD8D014C553D}" type="presParOf" srcId="{69D0C241-06F6-49C9-9F5C-A26F26C03BF8}" destId="{714140CC-5995-4DEC-B4E7-EEC84F9F7CC4}" srcOrd="6" destOrd="0" presId="urn:microsoft.com/office/officeart/2018/5/layout/IconLeafLabelList"/>
    <dgm:cxn modelId="{189C4E46-F6FF-453E-8CCA-9B04CFD986A9}" type="presParOf" srcId="{714140CC-5995-4DEC-B4E7-EEC84F9F7CC4}" destId="{EBB2E4BC-F6E4-45AC-ACA0-BB228717F279}" srcOrd="0" destOrd="0" presId="urn:microsoft.com/office/officeart/2018/5/layout/IconLeafLabelList"/>
    <dgm:cxn modelId="{0C92E098-E1B1-4146-98A3-9E45856CE440}" type="presParOf" srcId="{714140CC-5995-4DEC-B4E7-EEC84F9F7CC4}" destId="{5143EB9E-6D46-45EA-B9DA-0296BFB728E3}" srcOrd="1" destOrd="0" presId="urn:microsoft.com/office/officeart/2018/5/layout/IconLeafLabelList"/>
    <dgm:cxn modelId="{64E2693B-759B-4F90-AE13-17B9140FE8A8}" type="presParOf" srcId="{714140CC-5995-4DEC-B4E7-EEC84F9F7CC4}" destId="{3E833FFF-3F18-4DC6-A73A-76ACAB8EBBFD}" srcOrd="2" destOrd="0" presId="urn:microsoft.com/office/officeart/2018/5/layout/IconLeafLabelList"/>
    <dgm:cxn modelId="{745E0D51-7AA3-424C-8A70-4C3DE6C42FCF}" type="presParOf" srcId="{714140CC-5995-4DEC-B4E7-EEC84F9F7CC4}" destId="{083D94E6-7ED2-4174-9674-3193510D45ED}" srcOrd="3" destOrd="0" presId="urn:microsoft.com/office/officeart/2018/5/layout/IconLeafLabelList"/>
    <dgm:cxn modelId="{44A55C46-AE0A-4579-9CCC-75F66EDA6B02}" type="presParOf" srcId="{69D0C241-06F6-49C9-9F5C-A26F26C03BF8}" destId="{660CAE26-2229-49BB-A7BE-A4948ED8EBFD}" srcOrd="7" destOrd="0" presId="urn:microsoft.com/office/officeart/2018/5/layout/IconLeafLabelList"/>
    <dgm:cxn modelId="{CDDB0FB3-33BC-4FE3-923F-E473FA3C8625}" type="presParOf" srcId="{69D0C241-06F6-49C9-9F5C-A26F26C03BF8}" destId="{EF60DCAD-D4A4-4DC6-B13D-98959C70DE3B}" srcOrd="8" destOrd="0" presId="urn:microsoft.com/office/officeart/2018/5/layout/IconLeafLabelList"/>
    <dgm:cxn modelId="{835269E8-CBE2-4404-A1B7-004A8C16DAD0}" type="presParOf" srcId="{EF60DCAD-D4A4-4DC6-B13D-98959C70DE3B}" destId="{EE30C2BA-DD07-4856-B444-4DB8155EC0F5}" srcOrd="0" destOrd="0" presId="urn:microsoft.com/office/officeart/2018/5/layout/IconLeafLabelList"/>
    <dgm:cxn modelId="{BE68627A-7BF3-441B-9DB6-1163B0D708A4}" type="presParOf" srcId="{EF60DCAD-D4A4-4DC6-B13D-98959C70DE3B}" destId="{A6069F43-08C9-45FE-9662-0D8AA4A8CB34}" srcOrd="1" destOrd="0" presId="urn:microsoft.com/office/officeart/2018/5/layout/IconLeafLabelList"/>
    <dgm:cxn modelId="{B2754B15-C6A1-4C5F-9115-67BB3CE580DD}" type="presParOf" srcId="{EF60DCAD-D4A4-4DC6-B13D-98959C70DE3B}" destId="{12854A13-790F-47FE-95CC-79D6B76319EA}" srcOrd="2" destOrd="0" presId="urn:microsoft.com/office/officeart/2018/5/layout/IconLeafLabelList"/>
    <dgm:cxn modelId="{3C52F250-4512-491F-B6A3-1E7789D6E304}" type="presParOf" srcId="{EF60DCAD-D4A4-4DC6-B13D-98959C70DE3B}" destId="{AB2AE028-AEA8-488F-A96A-103735D1C71D}" srcOrd="3" destOrd="0" presId="urn:microsoft.com/office/officeart/2018/5/layout/IconLeafLabelList"/>
    <dgm:cxn modelId="{B13E9A15-0EBA-4C47-88F7-99B475BEC6A9}" type="presParOf" srcId="{69D0C241-06F6-49C9-9F5C-A26F26C03BF8}" destId="{4F5EF94D-B693-44B7-8D44-159EE7ECCE04}" srcOrd="9" destOrd="0" presId="urn:microsoft.com/office/officeart/2018/5/layout/IconLeafLabelList"/>
    <dgm:cxn modelId="{FB5FF1E3-F3CD-4FB7-B37F-798C2364C1DE}" type="presParOf" srcId="{69D0C241-06F6-49C9-9F5C-A26F26C03BF8}" destId="{E87AF660-E508-450A-AC3E-8E8F0C879DB0}" srcOrd="10" destOrd="0" presId="urn:microsoft.com/office/officeart/2018/5/layout/IconLeafLabelList"/>
    <dgm:cxn modelId="{1ABBB83A-A888-437E-B8D4-1E57C0341AB8}" type="presParOf" srcId="{E87AF660-E508-450A-AC3E-8E8F0C879DB0}" destId="{27ABEC49-3C5F-4483-A103-2318AA5B9C68}" srcOrd="0" destOrd="0" presId="urn:microsoft.com/office/officeart/2018/5/layout/IconLeafLabelList"/>
    <dgm:cxn modelId="{11278548-8E2B-48A4-A94C-32BFBED1169D}" type="presParOf" srcId="{E87AF660-E508-450A-AC3E-8E8F0C879DB0}" destId="{2D23A276-EE3B-4386-8668-1E50D2EC4D2A}" srcOrd="1" destOrd="0" presId="urn:microsoft.com/office/officeart/2018/5/layout/IconLeafLabelList"/>
    <dgm:cxn modelId="{8894C805-6A39-445E-9871-A5659D6ECCF4}" type="presParOf" srcId="{E87AF660-E508-450A-AC3E-8E8F0C879DB0}" destId="{7143161F-4602-4D58-A5B6-25C5490E4671}" srcOrd="2" destOrd="0" presId="urn:microsoft.com/office/officeart/2018/5/layout/IconLeafLabelList"/>
    <dgm:cxn modelId="{9E710233-24F8-4477-8BC4-6245CD8905CE}" type="presParOf" srcId="{E87AF660-E508-450A-AC3E-8E8F0C879DB0}" destId="{FB5A8994-9B0C-4197-B1CC-39804FF4A7FD}" srcOrd="3" destOrd="0" presId="urn:microsoft.com/office/officeart/2018/5/layout/IconLeafLabelList"/>
    <dgm:cxn modelId="{C2B68AF8-F6CF-494E-81FC-E8B5818C3D1A}" type="presParOf" srcId="{69D0C241-06F6-49C9-9F5C-A26F26C03BF8}" destId="{C8454A90-D032-4E18-BC98-8FB3A2D960A7}" srcOrd="11" destOrd="0" presId="urn:microsoft.com/office/officeart/2018/5/layout/IconLeafLabelList"/>
    <dgm:cxn modelId="{20C2F824-D1DE-4725-B1C3-53AEE9341D51}" type="presParOf" srcId="{69D0C241-06F6-49C9-9F5C-A26F26C03BF8}" destId="{68AED78C-6827-45BD-9B56-BD1A6E53B703}" srcOrd="12" destOrd="0" presId="urn:microsoft.com/office/officeart/2018/5/layout/IconLeafLabelList"/>
    <dgm:cxn modelId="{AA7F114C-A74D-42B9-8716-D15565440D06}" type="presParOf" srcId="{68AED78C-6827-45BD-9B56-BD1A6E53B703}" destId="{9A2238FA-CCCC-4DB9-8FD1-02CFE105B3BA}" srcOrd="0" destOrd="0" presId="urn:microsoft.com/office/officeart/2018/5/layout/IconLeafLabelList"/>
    <dgm:cxn modelId="{99E4C614-D3B1-4967-8655-6C247C05E22A}" type="presParOf" srcId="{68AED78C-6827-45BD-9B56-BD1A6E53B703}" destId="{70C7F2B2-2310-4C23-8507-167B2107F163}" srcOrd="1" destOrd="0" presId="urn:microsoft.com/office/officeart/2018/5/layout/IconLeafLabelList"/>
    <dgm:cxn modelId="{E2535072-5768-4828-8307-8C02A31D21CD}" type="presParOf" srcId="{68AED78C-6827-45BD-9B56-BD1A6E53B703}" destId="{7DAED144-00DC-4C4C-A7E6-F484146FA2D5}" srcOrd="2" destOrd="0" presId="urn:microsoft.com/office/officeart/2018/5/layout/IconLeafLabelList"/>
    <dgm:cxn modelId="{508838CD-B9EC-4C48-9D8C-4031C62EEB2D}" type="presParOf" srcId="{68AED78C-6827-45BD-9B56-BD1A6E53B703}" destId="{E8B6B900-62F4-43A7-936B-880070C9700A}" srcOrd="3" destOrd="0" presId="urn:microsoft.com/office/officeart/2018/5/layout/IconLeafLabelList"/>
    <dgm:cxn modelId="{8B69385C-822B-42CA-8E67-E4E3536FE72F}" type="presParOf" srcId="{69D0C241-06F6-49C9-9F5C-A26F26C03BF8}" destId="{FEADB384-57FF-4D55-8755-86FD4BA58CDA}" srcOrd="13" destOrd="0" presId="urn:microsoft.com/office/officeart/2018/5/layout/IconLeafLabelList"/>
    <dgm:cxn modelId="{662D3A78-29D4-407B-A38B-96D56EEB462E}" type="presParOf" srcId="{69D0C241-06F6-49C9-9F5C-A26F26C03BF8}" destId="{B95C2C1C-3379-4E11-AB7E-708B17D6BF10}" srcOrd="14" destOrd="0" presId="urn:microsoft.com/office/officeart/2018/5/layout/IconLeafLabelList"/>
    <dgm:cxn modelId="{B4F57629-0636-4487-B93A-EDE6B1B31CC5}" type="presParOf" srcId="{B95C2C1C-3379-4E11-AB7E-708B17D6BF10}" destId="{AD9A8E37-2AD8-48A4-86A0-D8FF036788A9}" srcOrd="0" destOrd="0" presId="urn:microsoft.com/office/officeart/2018/5/layout/IconLeafLabelList"/>
    <dgm:cxn modelId="{01FE4DE1-3E9C-4567-A96E-9856F8548A4F}" type="presParOf" srcId="{B95C2C1C-3379-4E11-AB7E-708B17D6BF10}" destId="{E9AAF454-E380-40C4-977E-7C58D738D2A1}" srcOrd="1" destOrd="0" presId="urn:microsoft.com/office/officeart/2018/5/layout/IconLeafLabelList"/>
    <dgm:cxn modelId="{9EA4B3CE-04B2-4207-9496-7F19BC835589}" type="presParOf" srcId="{B95C2C1C-3379-4E11-AB7E-708B17D6BF10}" destId="{B5FFA334-8ED6-4547-BD51-98E833492FB1}" srcOrd="2" destOrd="0" presId="urn:microsoft.com/office/officeart/2018/5/layout/IconLeafLabelList"/>
    <dgm:cxn modelId="{E55E84C4-92DD-4A38-926A-C60F386EC059}" type="presParOf" srcId="{B95C2C1C-3379-4E11-AB7E-708B17D6BF10}" destId="{9C8054EC-3CAA-4127-8E1E-92E264A6077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BCB13F-3689-448B-B3A7-03BB0E190551}">
      <dsp:nvSpPr>
        <dsp:cNvPr id="0" name=""/>
        <dsp:cNvSpPr/>
      </dsp:nvSpPr>
      <dsp:spPr>
        <a:xfrm>
          <a:off x="711447" y="1789"/>
          <a:ext cx="941449" cy="94144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E4D173-A9A9-4628-805D-6C755878E72A}">
      <dsp:nvSpPr>
        <dsp:cNvPr id="0" name=""/>
        <dsp:cNvSpPr/>
      </dsp:nvSpPr>
      <dsp:spPr>
        <a:xfrm>
          <a:off x="912084" y="202426"/>
          <a:ext cx="540175" cy="5401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FD0076-8304-46BD-803F-F184919C5494}">
      <dsp:nvSpPr>
        <dsp:cNvPr id="0" name=""/>
        <dsp:cNvSpPr/>
      </dsp:nvSpPr>
      <dsp:spPr>
        <a:xfrm>
          <a:off x="410492" y="1236477"/>
          <a:ext cx="1543359" cy="61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PROBLEM STATEMENT</a:t>
          </a:r>
        </a:p>
      </dsp:txBody>
      <dsp:txXfrm>
        <a:off x="410492" y="1236477"/>
        <a:ext cx="1543359" cy="617343"/>
      </dsp:txXfrm>
    </dsp:sp>
    <dsp:sp modelId="{AF31F743-E25B-4F29-8F49-420F23C0A17C}">
      <dsp:nvSpPr>
        <dsp:cNvPr id="0" name=""/>
        <dsp:cNvSpPr/>
      </dsp:nvSpPr>
      <dsp:spPr>
        <a:xfrm>
          <a:off x="2524894" y="1789"/>
          <a:ext cx="941449" cy="941449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CB7135-A02D-46B8-98CA-2BDDAB7F7386}">
      <dsp:nvSpPr>
        <dsp:cNvPr id="0" name=""/>
        <dsp:cNvSpPr/>
      </dsp:nvSpPr>
      <dsp:spPr>
        <a:xfrm>
          <a:off x="2725531" y="202426"/>
          <a:ext cx="540175" cy="5401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EC31B6-F28B-487C-BAEF-1BB95A3AB044}">
      <dsp:nvSpPr>
        <dsp:cNvPr id="0" name=""/>
        <dsp:cNvSpPr/>
      </dsp:nvSpPr>
      <dsp:spPr>
        <a:xfrm>
          <a:off x="2223939" y="1236477"/>
          <a:ext cx="1543359" cy="61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LITERATURE REVIEW</a:t>
          </a:r>
        </a:p>
      </dsp:txBody>
      <dsp:txXfrm>
        <a:off x="2223939" y="1236477"/>
        <a:ext cx="1543359" cy="617343"/>
      </dsp:txXfrm>
    </dsp:sp>
    <dsp:sp modelId="{72E1D33C-83F3-4A65-BA53-07CC5D140E43}">
      <dsp:nvSpPr>
        <dsp:cNvPr id="0" name=""/>
        <dsp:cNvSpPr/>
      </dsp:nvSpPr>
      <dsp:spPr>
        <a:xfrm>
          <a:off x="4338341" y="1789"/>
          <a:ext cx="941449" cy="941449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2192D7-DD79-4A55-927C-00CC35EF49EA}">
      <dsp:nvSpPr>
        <dsp:cNvPr id="0" name=""/>
        <dsp:cNvSpPr/>
      </dsp:nvSpPr>
      <dsp:spPr>
        <a:xfrm>
          <a:off x="4538978" y="202426"/>
          <a:ext cx="540175" cy="5401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EBC271-E37B-4341-B0E1-03BDA84446C0}">
      <dsp:nvSpPr>
        <dsp:cNvPr id="0" name=""/>
        <dsp:cNvSpPr/>
      </dsp:nvSpPr>
      <dsp:spPr>
        <a:xfrm>
          <a:off x="4037386" y="1236477"/>
          <a:ext cx="1543359" cy="61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METHODOLOGY</a:t>
          </a:r>
        </a:p>
      </dsp:txBody>
      <dsp:txXfrm>
        <a:off x="4037386" y="1236477"/>
        <a:ext cx="1543359" cy="617343"/>
      </dsp:txXfrm>
    </dsp:sp>
    <dsp:sp modelId="{EBB2E4BC-F6E4-45AC-ACA0-BB228717F279}">
      <dsp:nvSpPr>
        <dsp:cNvPr id="0" name=""/>
        <dsp:cNvSpPr/>
      </dsp:nvSpPr>
      <dsp:spPr>
        <a:xfrm>
          <a:off x="6151789" y="1789"/>
          <a:ext cx="941449" cy="941449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43EB9E-6D46-45EA-B9DA-0296BFB728E3}">
      <dsp:nvSpPr>
        <dsp:cNvPr id="0" name=""/>
        <dsp:cNvSpPr/>
      </dsp:nvSpPr>
      <dsp:spPr>
        <a:xfrm>
          <a:off x="6352425" y="202426"/>
          <a:ext cx="540175" cy="5401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3D94E6-7ED2-4174-9674-3193510D45ED}">
      <dsp:nvSpPr>
        <dsp:cNvPr id="0" name=""/>
        <dsp:cNvSpPr/>
      </dsp:nvSpPr>
      <dsp:spPr>
        <a:xfrm>
          <a:off x="5850834" y="1236477"/>
          <a:ext cx="1543359" cy="61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EVALUATION</a:t>
          </a:r>
        </a:p>
      </dsp:txBody>
      <dsp:txXfrm>
        <a:off x="5850834" y="1236477"/>
        <a:ext cx="1543359" cy="617343"/>
      </dsp:txXfrm>
    </dsp:sp>
    <dsp:sp modelId="{EE30C2BA-DD07-4856-B444-4DB8155EC0F5}">
      <dsp:nvSpPr>
        <dsp:cNvPr id="0" name=""/>
        <dsp:cNvSpPr/>
      </dsp:nvSpPr>
      <dsp:spPr>
        <a:xfrm>
          <a:off x="7965236" y="1789"/>
          <a:ext cx="941449" cy="941449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069F43-08C9-45FE-9662-0D8AA4A8CB34}">
      <dsp:nvSpPr>
        <dsp:cNvPr id="0" name=""/>
        <dsp:cNvSpPr/>
      </dsp:nvSpPr>
      <dsp:spPr>
        <a:xfrm>
          <a:off x="8165873" y="202426"/>
          <a:ext cx="540175" cy="54017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2AE028-AEA8-488F-A96A-103735D1C71D}">
      <dsp:nvSpPr>
        <dsp:cNvPr id="0" name=""/>
        <dsp:cNvSpPr/>
      </dsp:nvSpPr>
      <dsp:spPr>
        <a:xfrm>
          <a:off x="7664281" y="1236477"/>
          <a:ext cx="1543359" cy="61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PROJECT MILESTONE</a:t>
          </a:r>
        </a:p>
      </dsp:txBody>
      <dsp:txXfrm>
        <a:off x="7664281" y="1236477"/>
        <a:ext cx="1543359" cy="617343"/>
      </dsp:txXfrm>
    </dsp:sp>
    <dsp:sp modelId="{27ABEC49-3C5F-4483-A103-2318AA5B9C68}">
      <dsp:nvSpPr>
        <dsp:cNvPr id="0" name=""/>
        <dsp:cNvSpPr/>
      </dsp:nvSpPr>
      <dsp:spPr>
        <a:xfrm>
          <a:off x="2524894" y="2239660"/>
          <a:ext cx="941449" cy="94144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23A276-EE3B-4386-8668-1E50D2EC4D2A}">
      <dsp:nvSpPr>
        <dsp:cNvPr id="0" name=""/>
        <dsp:cNvSpPr/>
      </dsp:nvSpPr>
      <dsp:spPr>
        <a:xfrm>
          <a:off x="2725531" y="2440297"/>
          <a:ext cx="540175" cy="54017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5A8994-9B0C-4197-B1CC-39804FF4A7FD}">
      <dsp:nvSpPr>
        <dsp:cNvPr id="0" name=""/>
        <dsp:cNvSpPr/>
      </dsp:nvSpPr>
      <dsp:spPr>
        <a:xfrm>
          <a:off x="2223939" y="3474348"/>
          <a:ext cx="1543359" cy="61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PROJECT COST</a:t>
          </a:r>
        </a:p>
      </dsp:txBody>
      <dsp:txXfrm>
        <a:off x="2223939" y="3474348"/>
        <a:ext cx="1543359" cy="617343"/>
      </dsp:txXfrm>
    </dsp:sp>
    <dsp:sp modelId="{9A2238FA-CCCC-4DB9-8FD1-02CFE105B3BA}">
      <dsp:nvSpPr>
        <dsp:cNvPr id="0" name=""/>
        <dsp:cNvSpPr/>
      </dsp:nvSpPr>
      <dsp:spPr>
        <a:xfrm>
          <a:off x="4338341" y="2239660"/>
          <a:ext cx="941449" cy="941449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C7F2B2-2310-4C23-8507-167B2107F163}">
      <dsp:nvSpPr>
        <dsp:cNvPr id="0" name=""/>
        <dsp:cNvSpPr/>
      </dsp:nvSpPr>
      <dsp:spPr>
        <a:xfrm>
          <a:off x="4538978" y="2440297"/>
          <a:ext cx="540175" cy="540175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B6B900-62F4-43A7-936B-880070C9700A}">
      <dsp:nvSpPr>
        <dsp:cNvPr id="0" name=""/>
        <dsp:cNvSpPr/>
      </dsp:nvSpPr>
      <dsp:spPr>
        <a:xfrm>
          <a:off x="4037386" y="3474348"/>
          <a:ext cx="1543359" cy="61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REFERENCES</a:t>
          </a:r>
        </a:p>
      </dsp:txBody>
      <dsp:txXfrm>
        <a:off x="4037386" y="3474348"/>
        <a:ext cx="1543359" cy="617343"/>
      </dsp:txXfrm>
    </dsp:sp>
    <dsp:sp modelId="{AD9A8E37-2AD8-48A4-86A0-D8FF036788A9}">
      <dsp:nvSpPr>
        <dsp:cNvPr id="0" name=""/>
        <dsp:cNvSpPr/>
      </dsp:nvSpPr>
      <dsp:spPr>
        <a:xfrm>
          <a:off x="6151789" y="2239660"/>
          <a:ext cx="941449" cy="941449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AAF454-E380-40C4-977E-7C58D738D2A1}">
      <dsp:nvSpPr>
        <dsp:cNvPr id="0" name=""/>
        <dsp:cNvSpPr/>
      </dsp:nvSpPr>
      <dsp:spPr>
        <a:xfrm>
          <a:off x="6352425" y="2440297"/>
          <a:ext cx="540175" cy="540175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8054EC-3CAA-4127-8E1E-92E264A60773}">
      <dsp:nvSpPr>
        <dsp:cNvPr id="0" name=""/>
        <dsp:cNvSpPr/>
      </dsp:nvSpPr>
      <dsp:spPr>
        <a:xfrm>
          <a:off x="5850834" y="3474348"/>
          <a:ext cx="1543359" cy="61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QUESTIONS </a:t>
          </a:r>
        </a:p>
      </dsp:txBody>
      <dsp:txXfrm>
        <a:off x="5850834" y="3474348"/>
        <a:ext cx="1543359" cy="6173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F230-30CF-4E2D-8D6E-CDA75E19C7E1}" type="datetimeFigureOut">
              <a:rPr lang="en-US" smtClean="0"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97B7-963B-42D6-A78F-80B1D5C68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F230-30CF-4E2D-8D6E-CDA75E19C7E1}" type="datetimeFigureOut">
              <a:rPr lang="en-US" smtClean="0"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97B7-963B-42D6-A78F-80B1D5C68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8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F230-30CF-4E2D-8D6E-CDA75E19C7E1}" type="datetimeFigureOut">
              <a:rPr lang="en-US" smtClean="0"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97B7-963B-42D6-A78F-80B1D5C68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98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F230-30CF-4E2D-8D6E-CDA75E19C7E1}" type="datetimeFigureOut">
              <a:rPr lang="en-US" smtClean="0"/>
              <a:t>16-Dec-21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97B7-963B-42D6-A78F-80B1D5C68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24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F230-30CF-4E2D-8D6E-CDA75E19C7E1}" type="datetimeFigureOut">
              <a:rPr lang="en-US" smtClean="0"/>
              <a:t>16-Dec-21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97B7-963B-42D6-A78F-80B1D5C68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945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F230-30CF-4E2D-8D6E-CDA75E19C7E1}" type="datetimeFigureOut">
              <a:rPr lang="en-US" smtClean="0"/>
              <a:t>16-Dec-21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97B7-963B-42D6-A78F-80B1D5C68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03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F230-30CF-4E2D-8D6E-CDA75E19C7E1}" type="datetimeFigureOut">
              <a:rPr lang="en-US" smtClean="0"/>
              <a:t>16-Dec-21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97B7-963B-42D6-A78F-80B1D5C68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96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F230-30CF-4E2D-8D6E-CDA75E19C7E1}" type="datetimeFigureOut">
              <a:rPr lang="en-US" smtClean="0"/>
              <a:t>16-Dec-21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97B7-963B-42D6-A78F-80B1D5C68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78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97B7-963B-42D6-A78F-80B1D5C686B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F230-30CF-4E2D-8D6E-CDA75E19C7E1}" type="datetimeFigureOut">
              <a:rPr lang="en-US" smtClean="0"/>
              <a:t>16-Dec-21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60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F230-30CF-4E2D-8D6E-CDA75E19C7E1}" type="datetimeFigureOut">
              <a:rPr lang="en-US" smtClean="0"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97B7-963B-42D6-A78F-80B1D5C68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515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F230-30CF-4E2D-8D6E-CDA75E19C7E1}" type="datetimeFigureOut">
              <a:rPr lang="en-US" smtClean="0"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97B7-963B-42D6-A78F-80B1D5C686B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8692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F230-30CF-4E2D-8D6E-CDA75E19C7E1}" type="datetimeFigureOut">
              <a:rPr lang="en-US" smtClean="0"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97B7-963B-42D6-A78F-80B1D5C68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97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F230-30CF-4E2D-8D6E-CDA75E19C7E1}" type="datetimeFigureOut">
              <a:rPr lang="en-US" smtClean="0"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97B7-963B-42D6-A78F-80B1D5C686B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3992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F230-30CF-4E2D-8D6E-CDA75E19C7E1}" type="datetimeFigureOut">
              <a:rPr lang="en-US" smtClean="0"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97B7-963B-42D6-A78F-80B1D5C68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78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F230-30CF-4E2D-8D6E-CDA75E19C7E1}" type="datetimeFigureOut">
              <a:rPr lang="en-US" smtClean="0"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97B7-963B-42D6-A78F-80B1D5C68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914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F230-30CF-4E2D-8D6E-CDA75E19C7E1}" type="datetimeFigureOut">
              <a:rPr lang="en-US" smtClean="0"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97B7-963B-42D6-A78F-80B1D5C68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576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5F230-30CF-4E2D-8D6E-CDA75E19C7E1}" type="datetimeFigureOut">
              <a:rPr lang="en-US" smtClean="0"/>
              <a:t>16-Dec-21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AF97B7-963B-42D6-A78F-80B1D5C68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6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91" r:id="rId12"/>
    <p:sldLayoutId id="2147483892" r:id="rId13"/>
    <p:sldLayoutId id="2147483893" r:id="rId14"/>
    <p:sldLayoutId id="2147483894" r:id="rId15"/>
    <p:sldLayoutId id="21474838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70A41-BFBE-4FB9-9692-6241DFD49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2520" y="107241"/>
            <a:ext cx="9966960" cy="3321759"/>
          </a:xfrm>
        </p:spPr>
        <p:txBody>
          <a:bodyPr>
            <a:normAutofit fontScale="90000"/>
          </a:bodyPr>
          <a:lstStyle/>
          <a:p>
            <a:pPr marL="1866900" marR="2692400" algn="ctr">
              <a:spcBef>
                <a:spcPts val="1200"/>
              </a:spcBef>
              <a:spcAft>
                <a:spcPts val="0"/>
              </a:spcAft>
            </a:pPr>
            <a:br>
              <a:rPr lang="en-US" sz="3600" dirty="0">
                <a:solidFill>
                  <a:srgbClr val="262626"/>
                </a:solidFill>
                <a:effectLst/>
                <a:latin typeface="Trebuchet MS (Body)"/>
                <a:ea typeface="Times New Roman" panose="02020603050405020304" pitchFamily="18" charset="0"/>
              </a:rPr>
            </a:br>
            <a:br>
              <a:rPr lang="en-US" sz="3600" dirty="0">
                <a:solidFill>
                  <a:srgbClr val="262626"/>
                </a:solidFill>
                <a:effectLst/>
                <a:latin typeface="Trebuchet MS (Body)"/>
                <a:ea typeface="Times New Roman" panose="02020603050405020304" pitchFamily="18" charset="0"/>
              </a:rPr>
            </a:br>
            <a:br>
              <a:rPr lang="en-US" sz="3600" dirty="0">
                <a:solidFill>
                  <a:srgbClr val="262626"/>
                </a:solidFill>
                <a:effectLst/>
                <a:latin typeface="Trebuchet MS (Body)"/>
                <a:ea typeface="Times New Roman" panose="02020603050405020304" pitchFamily="18" charset="0"/>
              </a:rPr>
            </a:br>
            <a:br>
              <a:rPr lang="en-US" sz="3600" dirty="0">
                <a:solidFill>
                  <a:srgbClr val="262626"/>
                </a:solidFill>
                <a:effectLst/>
                <a:latin typeface="Trebuchet MS (Body)"/>
                <a:ea typeface="Times New Roman" panose="02020603050405020304" pitchFamily="18" charset="0"/>
              </a:rPr>
            </a:br>
            <a:br>
              <a:rPr lang="en-US" sz="3600" dirty="0">
                <a:solidFill>
                  <a:srgbClr val="262626"/>
                </a:solidFill>
                <a:effectLst/>
                <a:latin typeface="Trebuchet MS (Body)"/>
                <a:ea typeface="Times New Roman" panose="02020603050405020304" pitchFamily="18" charset="0"/>
              </a:rPr>
            </a:br>
            <a:br>
              <a:rPr lang="en-US" sz="3600" dirty="0">
                <a:solidFill>
                  <a:srgbClr val="262626"/>
                </a:solidFill>
                <a:effectLst/>
                <a:latin typeface="Trebuchet MS (Body)"/>
                <a:ea typeface="Times New Roman" panose="02020603050405020304" pitchFamily="18" charset="0"/>
              </a:rPr>
            </a:br>
            <a:r>
              <a:rPr lang="en-US" sz="4000" dirty="0">
                <a:solidFill>
                  <a:schemeClr val="accent1">
                    <a:lumMod val="75000"/>
                  </a:schemeClr>
                </a:solidFill>
                <a:effectLst/>
                <a:latin typeface="Trebuchet MS (Body)"/>
                <a:ea typeface="Times New Roman" panose="02020603050405020304" pitchFamily="18" charset="0"/>
              </a:rPr>
              <a:t>URDU MACHINE READING COMPREHENSION</a:t>
            </a:r>
            <a:br>
              <a:rPr lang="en-US" sz="4000" dirty="0">
                <a:solidFill>
                  <a:schemeClr val="accent1">
                    <a:lumMod val="75000"/>
                  </a:schemeClr>
                </a:solidFill>
                <a:effectLst/>
                <a:latin typeface="Trebuchet MS (Body)"/>
                <a:ea typeface="Times New Roman" panose="02020603050405020304" pitchFamily="18" charset="0"/>
              </a:rPr>
            </a:br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rebuchet MS (Body)"/>
                <a:ea typeface="Times New Roman" panose="02020603050405020304" pitchFamily="18" charset="0"/>
              </a:rPr>
              <a:t>(Research Based)</a:t>
            </a:r>
            <a:br>
              <a:rPr lang="en-US" sz="1800" dirty="0">
                <a:effectLst/>
                <a:latin typeface="Trebuchet MS (Body)"/>
                <a:ea typeface="Times New Roman" panose="02020603050405020304" pitchFamily="18" charset="0"/>
              </a:rPr>
            </a:br>
            <a:r>
              <a:rPr lang="en-US" sz="1800" dirty="0">
                <a:solidFill>
                  <a:srgbClr val="262626"/>
                </a:solidFill>
                <a:effectLst/>
                <a:latin typeface="Trebuchet MS (Body)"/>
                <a:ea typeface="Times New Roman" panose="02020603050405020304" pitchFamily="18" charset="0"/>
              </a:rPr>
              <a:t> </a:t>
            </a:r>
            <a:br>
              <a:rPr lang="en-US" sz="1800" dirty="0">
                <a:effectLst/>
                <a:latin typeface="Trebuchet MS (Body)"/>
                <a:ea typeface="Times New Roman" panose="02020603050405020304" pitchFamily="18" charset="0"/>
              </a:rPr>
            </a:br>
            <a:endParaRPr lang="en-US" dirty="0">
              <a:latin typeface="Trebuchet MS (Body)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50BD6-F457-43D2-98B8-A2E04366C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2318" y="3148781"/>
            <a:ext cx="8551333" cy="2212803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 (Body)"/>
                <a:cs typeface="Times New Roman" panose="02020603050405020304" pitchFamily="18" charset="0"/>
              </a:rPr>
              <a:t>GROUP MEMBERS:</a:t>
            </a:r>
          </a:p>
          <a:p>
            <a:pPr algn="ctr"/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 (Body)"/>
                <a:cs typeface="Times New Roman" panose="02020603050405020304" pitchFamily="18" charset="0"/>
              </a:rPr>
              <a:t>22-10457 (ERAJ KHURSHID)</a:t>
            </a:r>
          </a:p>
          <a:p>
            <a:pPr algn="ctr"/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 (Body)"/>
                <a:cs typeface="Times New Roman" panose="02020603050405020304" pitchFamily="18" charset="0"/>
              </a:rPr>
              <a:t>22-10391 (SALMAN ANWAR)</a:t>
            </a:r>
          </a:p>
          <a:p>
            <a:pPr algn="ctr"/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 (Body)"/>
                <a:cs typeface="Times New Roman" panose="02020603050405020304" pitchFamily="18" charset="0"/>
              </a:rPr>
              <a:t>22-10582 (ZAREK ASIF)</a:t>
            </a:r>
          </a:p>
          <a:p>
            <a:pPr algn="ctr"/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 (Body)"/>
                <a:cs typeface="Times New Roman" panose="02020603050405020304" pitchFamily="18" charset="0"/>
              </a:rPr>
              <a:t>PRIMARY ADVISER: SIR ALI FAHEEM</a:t>
            </a:r>
          </a:p>
          <a:p>
            <a:pPr algn="ctr"/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Trebuchet MS (Body)"/>
                <a:cs typeface="Times New Roman" panose="02020603050405020304" pitchFamily="18" charset="0"/>
              </a:rPr>
              <a:t>SECONDARY ADVISER:  SIR AKHEEM YOUSAF</a:t>
            </a:r>
          </a:p>
        </p:txBody>
      </p:sp>
    </p:spTree>
    <p:extLst>
      <p:ext uri="{BB962C8B-B14F-4D97-AF65-F5344CB8AC3E}">
        <p14:creationId xmlns:p14="http://schemas.microsoft.com/office/powerpoint/2010/main" val="1183128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84C2DA-6679-4639-9455-B654593CA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OVERVIEW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39709D-18D8-4EE1-8B53-18A98A513C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9403006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8245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3458B-292C-4B8C-B8FE-2ABC8DBBB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105CE-2ED5-4BC3-8BDA-A82CDB9AE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7732"/>
            <a:ext cx="8596668" cy="3880773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Machine Reading Comprehension is a cutting-edge technology in Natural Language Processing(NLP).</a:t>
            </a:r>
          </a:p>
          <a:p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It’s the ability to read and understand unstructured text.</a:t>
            </a:r>
          </a:p>
          <a:p>
            <a:r>
              <a:rPr lang="en-US" sz="16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one of the key problems in Natural Language Understanding, where the task is to read and comprehend a given text passage, and then answer questions based on it.</a:t>
            </a:r>
            <a:endParaRPr lang="en-US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It is a developing field of exploration because of its potential in different venture applications.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none of these models have been customized for the Urdu language.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methods for Urdu machine reading comprehension for the users. </a:t>
            </a:r>
          </a:p>
          <a:p>
            <a:r>
              <a:rPr lang="en-US" sz="160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MRC which requires a machine to respond to questions given the pertinent reports.</a:t>
            </a:r>
          </a:p>
          <a:p>
            <a:r>
              <a:rPr lang="en-US" sz="160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160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a significant method for testing machines capacity to comprehend human language.</a:t>
            </a:r>
            <a:endParaRPr lang="en-US" sz="1600" dirty="0">
              <a:solidFill>
                <a:srgbClr val="262626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Urdu Machine reading comprehension is a difficult errand and interesting issue in natural language handling. </a:t>
            </a:r>
          </a:p>
          <a:p>
            <a:r>
              <a:rPr lang="en-US" sz="160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recent research paper, its present a thorough review on various parts of machine understanding comprehension frameworks, including their methodologies, structures, and exploration curiosities</a:t>
            </a:r>
            <a:r>
              <a:rPr lang="en-US" sz="160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7063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49CE-82BC-45ED-8247-A4A40D27A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Literature Review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E1DDA-2BA4-4580-BA69-D06CB6EFF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190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2015,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/ Daily Mail (Hermann et al. 2015) and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SQuAD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Rajpurkar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2016)</a:t>
            </a:r>
            <a:r>
              <a:rPr lang="en-US" sz="190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two </a:t>
            </a:r>
            <a:r>
              <a:rPr lang="en-US" sz="190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large scale dataset were introduced in the field of MRC.</a:t>
            </a:r>
          </a:p>
          <a:p>
            <a:r>
              <a:rPr lang="en-US" sz="190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UQuAD1.0 which helps to investigate the semi-computerized formation of Urdu comprehension. </a:t>
            </a:r>
          </a:p>
          <a:p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SQUAD dataset, which is basically an English dataset, and it is translated into Urdu through two ways.</a:t>
            </a:r>
            <a:r>
              <a:rPr lang="en-US" sz="190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One method is through machine and </a:t>
            </a:r>
            <a:r>
              <a:rPr lang="en-US" sz="1900" dirty="0">
                <a:solidFill>
                  <a:srgbClr val="26262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other was</a:t>
            </a:r>
            <a:r>
              <a:rPr lang="en-US" sz="190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human based survey. </a:t>
            </a:r>
          </a:p>
          <a:p>
            <a:r>
              <a:rPr lang="en-US" sz="1900" dirty="0" err="1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Riloff</a:t>
            </a:r>
            <a:r>
              <a:rPr lang="en-US" sz="190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</a:t>
            </a:r>
            <a:r>
              <a:rPr lang="en-US" sz="1900" dirty="0" err="1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Thelen</a:t>
            </a:r>
            <a:r>
              <a:rPr lang="en-US" sz="190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(2000) presented a rule-based MRC system called </a:t>
            </a:r>
            <a:r>
              <a:rPr lang="en-US" sz="1900" dirty="0" err="1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Quarc</a:t>
            </a:r>
            <a:r>
              <a:rPr lang="en-US" sz="190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r>
              <a:rPr lang="en-US" sz="1900" dirty="0" err="1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Akour</a:t>
            </a:r>
            <a:r>
              <a:rPr lang="en-US" sz="190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et al. (2011) introduced the </a:t>
            </a:r>
            <a:r>
              <a:rPr lang="en-US" sz="1900" dirty="0" err="1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QArabPro</a:t>
            </a:r>
            <a:r>
              <a:rPr lang="en-US" sz="190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system, which is a system for answering reading comprehension questions in the Arabic language.</a:t>
            </a:r>
            <a:endParaRPr lang="en-US" sz="1900" dirty="0">
              <a:solidFill>
                <a:srgbClr val="262626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90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Ng, Teo, and Kwan (2000) have developed a machine learning based MRC system and introduced some of features to be extracted from a context sentence.</a:t>
            </a:r>
          </a:p>
          <a:p>
            <a:r>
              <a:rPr lang="en-US" sz="1900" dirty="0"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Two main deep learning architectures used by MRC researchers are the Recurrent Neural Network (RNN) and Convolutional Neural Network (CNN).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825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E3BAA-BD9C-42D2-85E5-FE0D0BE70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870145"/>
            <a:ext cx="8596668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/>
              <a:t>Methodology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7D805-DE49-4D58-B0C7-B6B8C325A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934" y="2190945"/>
            <a:ext cx="7755467" cy="27366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Datasets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indent="0" algn="ctr">
              <a:buNone/>
            </a:pPr>
            <a:endParaRPr lang="en-US" sz="24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main challenge in Urdu MRC is non availability of database. So, we will be creating database using SQUAD and CNN/Daily Mail dataset. </a:t>
            </a:r>
          </a:p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SQUAD dataset is commonly used in most of the Papers related to MRC. So, we will be using SQUAD dataset.</a:t>
            </a: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79687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E3BAA-BD9C-42D2-85E5-FE0D0BE70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000" dirty="0"/>
              <a:t>Methodology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7D805-DE49-4D58-B0C7-B6B8C325A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06286"/>
            <a:ext cx="8596668" cy="49421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Algorithms</a:t>
            </a:r>
            <a:r>
              <a:rPr lang="en-US" sz="32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3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sz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W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 will use different approaches for developing UMRC (Urdu Machine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eading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omprehension) system:</a:t>
            </a:r>
          </a:p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Rule based Model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This Model use a set of Rules written by linguistic experts.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Machine Learning based Model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This Model is based on th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 Classical machine learning. It rely on human-define features 	and train a model for mapping input.</a:t>
            </a:r>
            <a:endParaRPr lang="en-P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Deep Learning based Model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This Model use Deep learning methods, which require a large-scale training data to 	achieve high accuracy. </a:t>
            </a:r>
            <a:endParaRPr lang="en-P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Transformer Model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	This Model aims to solve sequence-to-sequence tasks while handling long-range 	dependencies.</a:t>
            </a:r>
            <a:endParaRPr lang="en-P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01910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A5F97-D9C3-4D92-ADC7-8C3E53ED3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en-US"/>
              <a:t>Evaluation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79270-8E3D-48DA-A01D-E63760BC1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MRC Evaluation measures: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/>
              <a:t>Two types of evaluation measures. </a:t>
            </a:r>
          </a:p>
          <a:p>
            <a:r>
              <a:rPr lang="en-US"/>
              <a:t>Extractive Metrics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Generic Metric </a:t>
            </a:r>
            <a:endParaRPr lang="en-PK"/>
          </a:p>
        </p:txBody>
      </p:sp>
      <p:pic>
        <p:nvPicPr>
          <p:cNvPr id="5" name="Picture 4" descr="Close up of ruler">
            <a:extLst>
              <a:ext uri="{FF2B5EF4-FFF2-40B4-BE49-F238E27FC236}">
                <a16:creationId xmlns:a16="http://schemas.microsoft.com/office/drawing/2014/main" id="{9479A6EF-8D9D-427F-8785-F8B2B4ED57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051" r="26439" b="-2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4844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21D21-A3D7-4673-A54F-D95EE5939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706" y="1270000"/>
            <a:ext cx="8596668" cy="5025363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F1 score: </a:t>
            </a:r>
          </a:p>
          <a:p>
            <a:pPr marL="0" indent="0">
              <a:buNone/>
            </a:pPr>
            <a:r>
              <a:rPr lang="en-US" dirty="0"/>
              <a:t>	It considers the system output and the ground-truth answer as bag-of-tokens (words).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Exact Match (EM):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This is the percentage of answers that exactly match with the correct 	answers.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Mean Average Precision (MAP):</a:t>
            </a:r>
          </a:p>
          <a:p>
            <a:pPr marL="0" indent="0">
              <a:buNone/>
            </a:pPr>
            <a:r>
              <a:rPr lang="en-US" dirty="0"/>
              <a:t>	This measure is used when the system returns several answers along with 	their ratings.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A87D03-9A21-4159-BDFA-308F5FBF8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1. Extractive Metrics</a:t>
            </a:r>
          </a:p>
        </p:txBody>
      </p:sp>
    </p:spTree>
    <p:extLst>
      <p:ext uri="{BB962C8B-B14F-4D97-AF65-F5344CB8AC3E}">
        <p14:creationId xmlns:p14="http://schemas.microsoft.com/office/powerpoint/2010/main" val="710754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39C1E-D623-4BBB-8071-26976A525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Generative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9A815-8889-47D2-84DB-30F59346E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Recall-Oriented Understudy for </a:t>
            </a:r>
            <a:r>
              <a:rPr lang="en-US" sz="2000" b="1" dirty="0" err="1"/>
              <a:t>Gisting</a:t>
            </a:r>
            <a:r>
              <a:rPr lang="en-US" sz="2000" b="1" dirty="0"/>
              <a:t> Evaluation (ROUGE):</a:t>
            </a:r>
          </a:p>
          <a:p>
            <a:pPr marL="0" indent="0">
              <a:buNone/>
            </a:pPr>
            <a:r>
              <a:rPr lang="en-US" sz="2000" b="1" dirty="0"/>
              <a:t> 	</a:t>
            </a:r>
            <a:r>
              <a:rPr lang="en-US" sz="2000" dirty="0"/>
              <a:t>This measure compares a system-generated answer with the human-	generated one (Lin 2004).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 err="1"/>
              <a:t>BiLingual</a:t>
            </a:r>
            <a:r>
              <a:rPr lang="en-US" sz="2000" b="1" dirty="0"/>
              <a:t> Evaluation Understudy (BLEU):</a:t>
            </a:r>
          </a:p>
          <a:p>
            <a:pPr marL="0" indent="0">
              <a:buNone/>
            </a:pPr>
            <a:r>
              <a:rPr lang="en-US" sz="2000" dirty="0"/>
              <a:t> 	This metric first introduced for evaluating the output of machine 	translation 	task.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39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AEA4E93-8EAF-4A86-9494-543AAF65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8861" y="319835"/>
            <a:ext cx="4495357" cy="73680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400" dirty="0"/>
              <a:t>Project Milestone </a:t>
            </a: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6E918B1-FA59-42EF-8A8E-B0F3D1E54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Content Placeholder 3" descr="Chart&#10;&#10;Description automatically generated">
            <a:extLst>
              <a:ext uri="{FF2B5EF4-FFF2-40B4-BE49-F238E27FC236}">
                <a16:creationId xmlns:a16="http://schemas.microsoft.com/office/drawing/2014/main" id="{6DA18A93-C68D-41FA-B9F5-1F3DAB9E87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922" y="1148184"/>
            <a:ext cx="7416875" cy="556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456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7CB2-AA91-4C5D-A0BA-6A66E6E48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Project Cost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5F63D-D32C-465A-AB8F-2A4CC2B53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There will be no costing for this project as this is research based and deep learning-based project 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here will be no use of any hardware device. 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 will b using Google translator which is free of cost.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63557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D998C-C458-4BCC-823A-CC601D35A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2E796-AEBF-4B94-B5B7-450711FCB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88613"/>
            <a:ext cx="9661285" cy="4759787"/>
          </a:xfrm>
        </p:spPr>
        <p:txBody>
          <a:bodyPr>
            <a:normAutofit fontScale="92500" lnSpcReduction="10000"/>
          </a:bodyPr>
          <a:lstStyle/>
          <a:p>
            <a:pPr marL="457200" marR="0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Trung</a:t>
            </a:r>
            <a:r>
              <a:rPr lang="en-US" sz="1800" kern="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L. H. (2019). https://euroasia-science.ru/pdf-arxiv/the-controllability-function-of-polynomial-for-descriptorsystems-23-31/. </a:t>
            </a:r>
            <a:r>
              <a:rPr lang="en-US" sz="1800" kern="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EurasianUnionScientists</a:t>
            </a:r>
            <a:r>
              <a:rPr lang="en-US" sz="1800" kern="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4(65). https://doi.org/10.31618/esu.2413 9335.2019.4.65.27</a:t>
            </a:r>
          </a:p>
          <a:p>
            <a:pPr marL="0" marR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kern="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60045" marR="0" indent="-360045">
              <a:spcBef>
                <a:spcPts val="0"/>
              </a:spcBef>
              <a:spcAft>
                <a:spcPts val="0"/>
              </a:spcAft>
            </a:pP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CiteSeerX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query based Arabic text summarization 1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(n.d.). Retrieved December 6, 2021, from https://citeseerx.ist.psu.edu/viewdoc/summary?doi=10.1.1.308.4480.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60045" marR="0" indent="-360045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Zhao, M., Yan, S., Liu, B., Zhong, X., Hao, Q., Chen, H.,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Niu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D., Long, B., &amp; Guo, W. (2020, October 28).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QBSUM: A large-scale query-based document summarization dataset from real-world applications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Computer Speech &amp; Language. Retrieved December 6, 2021, from https://www.sciencedirect.com/science/article/abs/pii/S0885230820300991.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60045" marR="0" indent="-360045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Kumar, Y., Kaur, K., &amp; Kaur, S. (2021, February 12).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Study of automatic text summarization approaches in different languages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Artificial Intelligence Review. Retrieved December 6, 2021, from https://link.springer.com/article/10.1007/s10462-021-09964-4.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60045" marR="0" indent="-360045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Nawaz, A.,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Bakhtyar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M., Baber, J., Ullah, I., Noor, W., &amp; Basit, A. (2020, September 25).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Extractive text summarization models for Urdu language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Information Processing &amp; Management. Retrieved December 6, 2021, from https://www.sciencedirect.com/science/article/abs/pii/S0306457320308785.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293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3F90033-7B85-44C8-9C50-B828B125A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337" y="1265314"/>
            <a:ext cx="4299666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Questions</a:t>
            </a: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DC99427B-A97E-40A3-B1FD-4557346C6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" name="Graphic 6" descr="Help">
            <a:extLst>
              <a:ext uri="{FF2B5EF4-FFF2-40B4-BE49-F238E27FC236}">
                <a16:creationId xmlns:a16="http://schemas.microsoft.com/office/drawing/2014/main" id="{C45D50C2-124A-4EA2-BDEB-9F43CE2E2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5007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726</TotalTime>
  <Words>1039</Words>
  <Application>Microsoft Office PowerPoint</Application>
  <PresentationFormat>Widescreen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charter</vt:lpstr>
      <vt:lpstr>Trebuchet MS (Body)</vt:lpstr>
      <vt:lpstr>Arial</vt:lpstr>
      <vt:lpstr>Times New Roman</vt:lpstr>
      <vt:lpstr>Trebuchet MS</vt:lpstr>
      <vt:lpstr>Wingdings 3</vt:lpstr>
      <vt:lpstr>Facet</vt:lpstr>
      <vt:lpstr>      URDU MACHINE READING COMPREHENSION (Research Based)   </vt:lpstr>
      <vt:lpstr>OVERVIEW</vt:lpstr>
      <vt:lpstr>PROBLEM STATEMENT</vt:lpstr>
      <vt:lpstr>Literature Review </vt:lpstr>
      <vt:lpstr>Methodology     </vt:lpstr>
      <vt:lpstr>Methodology     </vt:lpstr>
      <vt:lpstr>Evaluation</vt:lpstr>
      <vt:lpstr>1. Extractive Metrics</vt:lpstr>
      <vt:lpstr>2. Generative metrics</vt:lpstr>
      <vt:lpstr>Project Milestone </vt:lpstr>
      <vt:lpstr>Project Cost</vt:lpstr>
      <vt:lpstr>References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URDU MACHINE READING COMPREHENSION    </dc:title>
  <dc:creator>salman anwar</dc:creator>
  <cp:lastModifiedBy>salman anwar</cp:lastModifiedBy>
  <cp:revision>21</cp:revision>
  <dcterms:created xsi:type="dcterms:W3CDTF">2021-12-06T19:01:33Z</dcterms:created>
  <dcterms:modified xsi:type="dcterms:W3CDTF">2021-12-16T10:05:55Z</dcterms:modified>
</cp:coreProperties>
</file>